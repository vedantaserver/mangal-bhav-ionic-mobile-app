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E98E1-4161-604F-8569-D07247C5B2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FBE601-B1FC-016D-E88B-926D01593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7C867-7F7D-7C1E-96D0-1298369DE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DA4DC-3155-4432-80CA-47D497029E4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F33F0-78F9-AFFA-FD67-63FD90226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C8256-F9F3-972C-D0BA-BB44222A2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6F44-CDBA-417E-BD53-74E2E42B2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928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47D65-696C-282B-4F3B-B090CAC4B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2312F-FCA9-EBCB-D951-CB9FC3982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9B7F9-432B-C534-84AB-BD31AB035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DA4DC-3155-4432-80CA-47D497029E4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989DF-9DA4-0C50-8D02-A7421BA7B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BE8E4-D3EB-D14D-82CB-13B287E6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6F44-CDBA-417E-BD53-74E2E42B2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47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BADF-13F2-718B-63E1-355F77ACC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AC0F7-15AD-7D74-317E-35A6F743B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01CAB-D310-EBDA-CE18-3B6992670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DA4DC-3155-4432-80CA-47D497029E4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E80F8-C0FB-13B0-67D2-4A5E7E42B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25BFB-3545-2A60-4176-F14EABD85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6F44-CDBA-417E-BD53-74E2E42B2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80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E9242-F431-975C-E490-6D2C35B77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A815B-4DA0-913B-1C40-24F6E56118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6CF92-A7C0-E3D5-4D25-6CF82D487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D0353E-DA6D-265A-64F5-6E0D6AA9D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DA4DC-3155-4432-80CA-47D497029E4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3AB8D-9E57-B614-C7E3-E84EC210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41C301-CCCC-8A45-CF48-DD7E3282E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6F44-CDBA-417E-BD53-74E2E42B2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49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01DD6-E793-77FE-91EB-411AA8568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93B9E-CA44-ED3C-B560-582C525A5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B2C78C-490C-FC11-0A57-8DF385A79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F926A8-5F6E-F6F4-157A-CF0CE3BB43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B73371-CBF1-9C06-187B-2DD7DD7CD5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25D677-6DF5-683E-06F7-C9837F414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DA4DC-3155-4432-80CA-47D497029E4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0E6DB7-73D7-3F92-2A57-C8CB83B30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08F0A8-ECC2-1FCD-D433-14285905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6F44-CDBA-417E-BD53-74E2E42B2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01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40771-13A0-ED77-DCC8-12BD81A17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2E82CB-6994-5EAF-D884-318D958C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DA4DC-3155-4432-80CA-47D497029E4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EC9451-B16C-DFC0-7903-DC7EC784D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292817-8DCF-0859-E84D-FC54AE4F7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6F44-CDBA-417E-BD53-74E2E42B2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483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A4E96E-4793-3602-033C-1FF7E29EC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DA4DC-3155-4432-80CA-47D497029E4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29BCD6-A9A1-998A-B42E-A0D64011F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BCA77-111F-5DA8-EB7D-218EEA795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6F44-CDBA-417E-BD53-74E2E42B2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933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4012F-B0F5-5AF5-8E7F-354590DDD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4357F-6575-8891-7742-BE224261D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5A4A54-63FD-E34C-21B3-418412206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730469-5A41-716A-EF4B-E8E0A04AD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DA4DC-3155-4432-80CA-47D497029E4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EFD19-D084-3439-FE7B-E3C652220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136DA-6F0F-628E-64E3-D36BC1E72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6F44-CDBA-417E-BD53-74E2E42B2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964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404F-7DC0-E9DE-E6ED-3DDC2C210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0C9A50-F1CA-38B0-AA85-8637700E9A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CE50F6-0D81-80F9-1EF9-72EE9D9CD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F54950-BA53-1C94-A958-20DEC1C43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DA4DC-3155-4432-80CA-47D497029E4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674AE-6B75-0D30-3F0C-C613810C9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4D0768-E73C-75DC-54EC-4549C1C7E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6F44-CDBA-417E-BD53-74E2E42B2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40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A0CAB-0949-AC95-046E-E105A03A2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6C1D8A-6455-AB70-9368-706915016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AFCF4-3044-EF5E-E3DD-95BBDEFA6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DA4DC-3155-4432-80CA-47D497029E4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0636B-DAC8-149E-FF6C-62C5BB30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A1B63-1CA3-C241-C489-CF5B63D22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6F44-CDBA-417E-BD53-74E2E42B2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581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3D932D-633E-9D32-31C7-FF5F9C89D5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7E31B5-6C97-70D3-2497-E186C163E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F0D62-DB27-538F-DB68-F8D70A0B4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DA4DC-3155-4432-80CA-47D497029E4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75E74-0033-97B3-5030-DB29E291D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23099-97BC-93F3-6DD4-647603785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D6F44-CDBA-417E-BD53-74E2E42B2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220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F1A340-5991-6BBA-B64C-09F36EF15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5C733-302E-7BF7-E825-9F68EDE00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0D960-3809-FB39-6FD9-B923517F2B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DA4DC-3155-4432-80CA-47D497029E4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49177-03DF-B085-3D6B-4247D053A6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7FFC8-9CEB-A680-39ED-6D16E587C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D6F44-CDBA-417E-BD53-74E2E42B2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471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384E11A-C8C9-A44B-ABF5-BAA1AEDBCC4D}"/>
              </a:ext>
            </a:extLst>
          </p:cNvPr>
          <p:cNvSpPr/>
          <p:nvPr/>
        </p:nvSpPr>
        <p:spPr>
          <a:xfrm>
            <a:off x="178904" y="1211922"/>
            <a:ext cx="11787810" cy="381727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9011C1-0589-1E99-D85B-3C25A3CA347E}"/>
              </a:ext>
            </a:extLst>
          </p:cNvPr>
          <p:cNvSpPr/>
          <p:nvPr/>
        </p:nvSpPr>
        <p:spPr>
          <a:xfrm>
            <a:off x="2315818" y="1516514"/>
            <a:ext cx="1987826" cy="33395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6B3043-F137-E31F-E873-27AC31B175E0}"/>
              </a:ext>
            </a:extLst>
          </p:cNvPr>
          <p:cNvSpPr/>
          <p:nvPr/>
        </p:nvSpPr>
        <p:spPr>
          <a:xfrm>
            <a:off x="4750906" y="1540566"/>
            <a:ext cx="3220278" cy="16002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BOCW – Board (Org) Dashboard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E9D33C-029E-AB79-3864-CB35FB8E52A3}"/>
              </a:ext>
            </a:extLst>
          </p:cNvPr>
          <p:cNvSpPr/>
          <p:nvPr/>
        </p:nvSpPr>
        <p:spPr>
          <a:xfrm>
            <a:off x="4711149" y="3305555"/>
            <a:ext cx="3299791" cy="160020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Vendor Dashboard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F6D3A1-B65F-3162-294C-80B1F19B3726}"/>
              </a:ext>
            </a:extLst>
          </p:cNvPr>
          <p:cNvSpPr/>
          <p:nvPr/>
        </p:nvSpPr>
        <p:spPr>
          <a:xfrm>
            <a:off x="377688" y="1516514"/>
            <a:ext cx="1808922" cy="338924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Login</a:t>
            </a:r>
          </a:p>
        </p:txBody>
      </p:sp>
      <p:sp>
        <p:nvSpPr>
          <p:cNvPr id="9" name="Flowchart: Magnetic Disk 8">
            <a:extLst>
              <a:ext uri="{FF2B5EF4-FFF2-40B4-BE49-F238E27FC236}">
                <a16:creationId xmlns:a16="http://schemas.microsoft.com/office/drawing/2014/main" id="{A011E9BC-6965-C37B-6215-807FE1A22A97}"/>
              </a:ext>
            </a:extLst>
          </p:cNvPr>
          <p:cNvSpPr/>
          <p:nvPr/>
        </p:nvSpPr>
        <p:spPr>
          <a:xfrm>
            <a:off x="5068957" y="5431734"/>
            <a:ext cx="1411357" cy="1341783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FaceUpAIDB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8B795E-974D-7BCB-1B28-7D91CC8BCE9D}"/>
              </a:ext>
            </a:extLst>
          </p:cNvPr>
          <p:cNvSpPr txBox="1"/>
          <p:nvPr/>
        </p:nvSpPr>
        <p:spPr>
          <a:xfrm>
            <a:off x="2315818" y="2936223"/>
            <a:ext cx="235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Rest Full API {JSON}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45290E-62DA-125E-6C5E-65499A4340AD}"/>
              </a:ext>
            </a:extLst>
          </p:cNvPr>
          <p:cNvSpPr txBox="1"/>
          <p:nvPr/>
        </p:nvSpPr>
        <p:spPr>
          <a:xfrm>
            <a:off x="8010940" y="1639956"/>
            <a:ext cx="38762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Vendor(</a:t>
            </a:r>
            <a:r>
              <a:rPr lang="en-US" sz="1600" i="1" dirty="0"/>
              <a:t>Type: Training Partner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Projects (</a:t>
            </a:r>
            <a:r>
              <a:rPr lang="en-US" sz="1600" i="1" dirty="0"/>
              <a:t>Type: RPL-Noida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Location (</a:t>
            </a:r>
            <a:r>
              <a:rPr lang="en-US" sz="1600" i="1" dirty="0"/>
              <a:t>Type: District Noida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Settings (</a:t>
            </a:r>
            <a:r>
              <a:rPr lang="en-US" sz="1600" i="1" dirty="0"/>
              <a:t>Master Data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Reports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3A7161-EE4B-FC92-8D98-966B743DDA3E}"/>
              </a:ext>
            </a:extLst>
          </p:cNvPr>
          <p:cNvSpPr txBox="1"/>
          <p:nvPr/>
        </p:nvSpPr>
        <p:spPr>
          <a:xfrm>
            <a:off x="8090453" y="3305555"/>
            <a:ext cx="38762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Person(</a:t>
            </a:r>
            <a:r>
              <a:rPr lang="en-US" sz="1600" i="1" dirty="0"/>
              <a:t>Type: Trainer/Labor etc.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Batch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Attendance (</a:t>
            </a:r>
            <a:r>
              <a:rPr lang="en-US" sz="1600" i="1" dirty="0"/>
              <a:t>Manual, Face, Thumb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Analytical Dashboard 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50EDF112-14E3-4F04-9E0B-68A0C441BE1F}"/>
              </a:ext>
            </a:extLst>
          </p:cNvPr>
          <p:cNvCxnSpPr>
            <a:cxnSpLocks/>
            <a:stCxn id="14" idx="2"/>
            <a:endCxn id="9" idx="1"/>
          </p:cNvCxnSpPr>
          <p:nvPr/>
        </p:nvCxnSpPr>
        <p:spPr>
          <a:xfrm rot="5400000">
            <a:off x="5722456" y="5081381"/>
            <a:ext cx="402534" cy="29817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0EE2544-6CBD-AB8F-59C1-968E7751AFDC}"/>
              </a:ext>
            </a:extLst>
          </p:cNvPr>
          <p:cNvSpPr txBox="1"/>
          <p:nvPr/>
        </p:nvSpPr>
        <p:spPr>
          <a:xfrm>
            <a:off x="1841843" y="39613"/>
            <a:ext cx="84619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FaceUP.</a:t>
            </a:r>
            <a:r>
              <a:rPr lang="en-US" sz="3600" dirty="0">
                <a:solidFill>
                  <a:srgbClr val="FF0000"/>
                </a:solidFill>
              </a:rPr>
              <a:t>ai</a:t>
            </a:r>
            <a:r>
              <a:rPr lang="en-US" sz="3600" dirty="0"/>
              <a:t> – Attendance Automation using AI</a:t>
            </a:r>
          </a:p>
        </p:txBody>
      </p:sp>
    </p:spTree>
    <p:extLst>
      <p:ext uri="{BB962C8B-B14F-4D97-AF65-F5344CB8AC3E}">
        <p14:creationId xmlns:p14="http://schemas.microsoft.com/office/powerpoint/2010/main" val="4145671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00004927995@aakashicampus.com</dc:creator>
  <cp:lastModifiedBy>00004927995@aakashicampus.com</cp:lastModifiedBy>
  <cp:revision>1</cp:revision>
  <dcterms:created xsi:type="dcterms:W3CDTF">2025-10-27T11:43:46Z</dcterms:created>
  <dcterms:modified xsi:type="dcterms:W3CDTF">2025-10-27T11:44:30Z</dcterms:modified>
</cp:coreProperties>
</file>