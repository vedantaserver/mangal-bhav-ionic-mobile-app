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0" r:id="rId4"/>
  </p:sldMasterIdLst>
  <p:notesMasterIdLst>
    <p:notesMasterId r:id="rId18"/>
  </p:notesMasterIdLst>
  <p:handoutMasterIdLst>
    <p:handoutMasterId r:id="rId19"/>
  </p:handoutMasterIdLst>
  <p:sldIdLst>
    <p:sldId id="496" r:id="rId5"/>
    <p:sldId id="497" r:id="rId6"/>
    <p:sldId id="498" r:id="rId7"/>
    <p:sldId id="499" r:id="rId8"/>
    <p:sldId id="507" r:id="rId9"/>
    <p:sldId id="524" r:id="rId10"/>
    <p:sldId id="508" r:id="rId11"/>
    <p:sldId id="510" r:id="rId12"/>
    <p:sldId id="522" r:id="rId13"/>
    <p:sldId id="511" r:id="rId14"/>
    <p:sldId id="521" r:id="rId15"/>
    <p:sldId id="512" r:id="rId16"/>
    <p:sldId id="526"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3641" autoAdjust="0"/>
  </p:normalViewPr>
  <p:slideViewPr>
    <p:cSldViewPr snapToGrid="0" showGuides="1">
      <p:cViewPr varScale="1">
        <p:scale>
          <a:sx n="77" d="100"/>
          <a:sy n="77" d="100"/>
        </p:scale>
        <p:origin x="912" y="62"/>
      </p:cViewPr>
      <p:guideLst>
        <p:guide orient="horz" pos="1968"/>
        <p:guide pos="3840"/>
      </p:guideLst>
    </p:cSldViewPr>
  </p:slideViewPr>
  <p:notesTextViewPr>
    <p:cViewPr>
      <p:scale>
        <a:sx n="1" d="1"/>
        <a:sy n="1" d="1"/>
      </p:scale>
      <p:origin x="0" y="0"/>
    </p:cViewPr>
  </p:notesTextViewPr>
  <p:notesViewPr>
    <p:cSldViewPr snapToGrid="0">
      <p:cViewPr varScale="1">
        <p:scale>
          <a:sx n="60" d="100"/>
          <a:sy n="60" d="100"/>
        </p:scale>
        <p:origin x="2333"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diagrams/_rels/data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8F63D13-F6A0-48F5-92AD-1AA93917284A}" type="doc">
      <dgm:prSet loTypeId="urn:microsoft.com/office/officeart/2018/2/layout/IconVerticalSolidList" loCatId="icon" qsTypeId="urn:microsoft.com/office/officeart/2005/8/quickstyle/simple1" qsCatId="simple" csTypeId="urn:microsoft.com/office/officeart/2018/5/colors/Iconchunking_neutralbg_accent1_2" csCatId="accent1" phldr="1"/>
      <dgm:spPr/>
      <dgm:t>
        <a:bodyPr/>
        <a:lstStyle/>
        <a:p>
          <a:endParaRPr lang="en-US"/>
        </a:p>
      </dgm:t>
    </dgm:pt>
    <dgm:pt modelId="{928D58FB-5CA3-46E9-A35D-4E6668524E7E}">
      <dgm:prSet custT="1"/>
      <dgm:spPr/>
      <dgm:t>
        <a:bodyPr/>
        <a:lstStyle/>
        <a:p>
          <a:r>
            <a:rPr lang="en-IN" sz="2200" dirty="0">
              <a:latin typeface="Times New Roman" panose="02020603050405020304" pitchFamily="18" charset="0"/>
              <a:cs typeface="Times New Roman" panose="02020603050405020304" pitchFamily="18" charset="0"/>
            </a:rPr>
            <a:t>Seamless Booking- Effortless scheduling of rituals enabled by our AI driven platform.</a:t>
          </a:r>
          <a:endParaRPr lang="en-US" sz="2200" dirty="0">
            <a:latin typeface="Times New Roman" panose="02020603050405020304" pitchFamily="18" charset="0"/>
            <a:cs typeface="Times New Roman" panose="02020603050405020304" pitchFamily="18" charset="0"/>
          </a:endParaRPr>
        </a:p>
      </dgm:t>
    </dgm:pt>
    <dgm:pt modelId="{00D838A6-46E8-4E90-B2CF-B9EE7FA358A3}" type="parTrans" cxnId="{4C0476F9-95C3-4537-BAE5-23BB9F961C1C}">
      <dgm:prSet/>
      <dgm:spPr/>
      <dgm:t>
        <a:bodyPr/>
        <a:lstStyle/>
        <a:p>
          <a:endParaRPr lang="en-US"/>
        </a:p>
      </dgm:t>
    </dgm:pt>
    <dgm:pt modelId="{1558C079-0C1C-4A89-8F9E-1DDB0A4F4514}" type="sibTrans" cxnId="{4C0476F9-95C3-4537-BAE5-23BB9F961C1C}">
      <dgm:prSet/>
      <dgm:spPr/>
      <dgm:t>
        <a:bodyPr/>
        <a:lstStyle/>
        <a:p>
          <a:endParaRPr lang="en-US"/>
        </a:p>
      </dgm:t>
    </dgm:pt>
    <dgm:pt modelId="{D80B536F-C96E-448D-8D45-A952D1763376}">
      <dgm:prSet custT="1"/>
      <dgm:spPr/>
      <dgm:t>
        <a:bodyPr/>
        <a:lstStyle/>
        <a:p>
          <a:r>
            <a:rPr lang="en-IN" sz="2200" dirty="0">
              <a:latin typeface="Times New Roman" panose="02020603050405020304" pitchFamily="18" charset="0"/>
              <a:cs typeface="Times New Roman" panose="02020603050405020304" pitchFamily="18" charset="0"/>
            </a:rPr>
            <a:t>Our intuitive platform bridges devotees with religious services, enhancing spiritual connection</a:t>
          </a:r>
          <a:endParaRPr lang="en-US" sz="2200" dirty="0">
            <a:latin typeface="Times New Roman" panose="02020603050405020304" pitchFamily="18" charset="0"/>
            <a:cs typeface="Times New Roman" panose="02020603050405020304" pitchFamily="18" charset="0"/>
          </a:endParaRPr>
        </a:p>
      </dgm:t>
    </dgm:pt>
    <dgm:pt modelId="{50059906-139E-47E3-ADE8-0D01C620AF53}" type="parTrans" cxnId="{6E545B55-7FC7-47D5-9CC4-E9939C71E1E3}">
      <dgm:prSet/>
      <dgm:spPr/>
      <dgm:t>
        <a:bodyPr/>
        <a:lstStyle/>
        <a:p>
          <a:endParaRPr lang="en-US"/>
        </a:p>
      </dgm:t>
    </dgm:pt>
    <dgm:pt modelId="{9987CF4F-0EC7-4ECA-9EE7-0E78DF1537DC}" type="sibTrans" cxnId="{6E545B55-7FC7-47D5-9CC4-E9939C71E1E3}">
      <dgm:prSet/>
      <dgm:spPr/>
      <dgm:t>
        <a:bodyPr/>
        <a:lstStyle/>
        <a:p>
          <a:endParaRPr lang="en-US"/>
        </a:p>
      </dgm:t>
    </dgm:pt>
    <dgm:pt modelId="{0078122E-4D41-4E7A-8678-5E411971F496}">
      <dgm:prSet custT="1"/>
      <dgm:spPr/>
      <dgm:t>
        <a:bodyPr/>
        <a:lstStyle/>
        <a:p>
          <a:r>
            <a:rPr lang="en-IN" sz="2200" dirty="0">
              <a:latin typeface="Times New Roman" panose="02020603050405020304" pitchFamily="18" charset="0"/>
              <a:cs typeface="Times New Roman" panose="02020603050405020304" pitchFamily="18" charset="0"/>
            </a:rPr>
            <a:t>Easy donations- Simplified donation options for temples and religious trusts.</a:t>
          </a:r>
          <a:r>
            <a:rPr lang="en-US" sz="2200" dirty="0">
              <a:latin typeface="Times New Roman" panose="02020603050405020304" pitchFamily="18" charset="0"/>
              <a:cs typeface="Times New Roman" panose="02020603050405020304" pitchFamily="18" charset="0"/>
            </a:rPr>
            <a:t> </a:t>
          </a:r>
        </a:p>
      </dgm:t>
    </dgm:pt>
    <dgm:pt modelId="{BD82166C-0D13-4FD3-AFA7-292AFEC505E1}" type="parTrans" cxnId="{8BC1CD61-F041-428F-9F42-71FC5EBC79CD}">
      <dgm:prSet/>
      <dgm:spPr/>
      <dgm:t>
        <a:bodyPr/>
        <a:lstStyle/>
        <a:p>
          <a:endParaRPr lang="en-US"/>
        </a:p>
      </dgm:t>
    </dgm:pt>
    <dgm:pt modelId="{C4E70A23-CC34-465E-9005-24A688D49AB4}" type="sibTrans" cxnId="{8BC1CD61-F041-428F-9F42-71FC5EBC79CD}">
      <dgm:prSet/>
      <dgm:spPr/>
      <dgm:t>
        <a:bodyPr/>
        <a:lstStyle/>
        <a:p>
          <a:endParaRPr lang="en-US"/>
        </a:p>
      </dgm:t>
    </dgm:pt>
    <dgm:pt modelId="{D1EB2939-2424-4062-968F-75DEF4A34A74}">
      <dgm:prSet custT="1"/>
      <dgm:spPr/>
      <dgm:t>
        <a:bodyPr/>
        <a:lstStyle/>
        <a:p>
          <a:r>
            <a:rPr lang="en-IN" sz="2200" dirty="0">
              <a:latin typeface="Times New Roman" panose="02020603050405020304" pitchFamily="18" charset="0"/>
              <a:cs typeface="Times New Roman" panose="02020603050405020304" pitchFamily="18" charset="0"/>
            </a:rPr>
            <a:t>Curated Services- Providing verified, experienced, and trustworthy carefully curated pandits. </a:t>
          </a:r>
          <a:endParaRPr lang="en-US" sz="2200" dirty="0">
            <a:latin typeface="Times New Roman" panose="02020603050405020304" pitchFamily="18" charset="0"/>
            <a:cs typeface="Times New Roman" panose="02020603050405020304" pitchFamily="18" charset="0"/>
          </a:endParaRPr>
        </a:p>
      </dgm:t>
    </dgm:pt>
    <dgm:pt modelId="{7E223F67-2E53-4393-BEC0-904027053FB4}" type="parTrans" cxnId="{264333FE-06F9-4569-ABC7-4741EEAAD704}">
      <dgm:prSet/>
      <dgm:spPr/>
      <dgm:t>
        <a:bodyPr/>
        <a:lstStyle/>
        <a:p>
          <a:endParaRPr lang="en-US"/>
        </a:p>
      </dgm:t>
    </dgm:pt>
    <dgm:pt modelId="{7C97CF6F-1FB0-4D1F-9DE1-CEE00AD3FEF5}" type="sibTrans" cxnId="{264333FE-06F9-4569-ABC7-4741EEAAD704}">
      <dgm:prSet/>
      <dgm:spPr/>
      <dgm:t>
        <a:bodyPr/>
        <a:lstStyle/>
        <a:p>
          <a:endParaRPr lang="en-US"/>
        </a:p>
      </dgm:t>
    </dgm:pt>
    <dgm:pt modelId="{B222E207-0ABA-4E86-A9F1-AB8F4BC09FE0}" type="pres">
      <dgm:prSet presAssocID="{18F63D13-F6A0-48F5-92AD-1AA93917284A}" presName="root" presStyleCnt="0">
        <dgm:presLayoutVars>
          <dgm:dir/>
          <dgm:resizeHandles val="exact"/>
        </dgm:presLayoutVars>
      </dgm:prSet>
      <dgm:spPr/>
    </dgm:pt>
    <dgm:pt modelId="{DC86BDFE-3776-4E41-A7E9-7E85E9EF62FA}" type="pres">
      <dgm:prSet presAssocID="{928D58FB-5CA3-46E9-A35D-4E6668524E7E}" presName="compNode" presStyleCnt="0"/>
      <dgm:spPr/>
    </dgm:pt>
    <dgm:pt modelId="{0299CE71-5BCD-4D86-8F63-C92DDD439B00}" type="pres">
      <dgm:prSet presAssocID="{928D58FB-5CA3-46E9-A35D-4E6668524E7E}" presName="bgRect" presStyleLbl="bgShp" presStyleIdx="0" presStyleCnt="4" custScaleY="113266" custLinFactNeighborX="-662" custLinFactNeighborY="615"/>
      <dgm:spPr/>
    </dgm:pt>
    <dgm:pt modelId="{20F792FE-6A87-45A9-89CD-9AA1B9C51FCA}" type="pres">
      <dgm:prSet presAssocID="{928D58FB-5CA3-46E9-A35D-4E6668524E7E}"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Robot"/>
        </a:ext>
      </dgm:extLst>
    </dgm:pt>
    <dgm:pt modelId="{4C1EE617-8429-410F-8C7C-455521019B0D}" type="pres">
      <dgm:prSet presAssocID="{928D58FB-5CA3-46E9-A35D-4E6668524E7E}" presName="spaceRect" presStyleCnt="0"/>
      <dgm:spPr/>
    </dgm:pt>
    <dgm:pt modelId="{FAB21867-56EA-497C-8BE1-DA8B131118FF}" type="pres">
      <dgm:prSet presAssocID="{928D58FB-5CA3-46E9-A35D-4E6668524E7E}" presName="parTx" presStyleLbl="revTx" presStyleIdx="0" presStyleCnt="4">
        <dgm:presLayoutVars>
          <dgm:chMax val="0"/>
          <dgm:chPref val="0"/>
        </dgm:presLayoutVars>
      </dgm:prSet>
      <dgm:spPr/>
    </dgm:pt>
    <dgm:pt modelId="{B9460DA7-EA0D-4218-89BC-0989E35F7F2E}" type="pres">
      <dgm:prSet presAssocID="{1558C079-0C1C-4A89-8F9E-1DDB0A4F4514}" presName="sibTrans" presStyleCnt="0"/>
      <dgm:spPr/>
    </dgm:pt>
    <dgm:pt modelId="{0220C1E7-5CEC-45CA-BC37-5CE5DB868222}" type="pres">
      <dgm:prSet presAssocID="{D80B536F-C96E-448D-8D45-A952D1763376}" presName="compNode" presStyleCnt="0"/>
      <dgm:spPr/>
    </dgm:pt>
    <dgm:pt modelId="{E87B058B-44EB-4A98-89D4-FA0BA46845E4}" type="pres">
      <dgm:prSet presAssocID="{D80B536F-C96E-448D-8D45-A952D1763376}" presName="bgRect" presStyleLbl="bgShp" presStyleIdx="1" presStyleCnt="4" custScaleY="117995" custLinFactNeighborX="189" custLinFactNeighborY="-1288"/>
      <dgm:spPr/>
    </dgm:pt>
    <dgm:pt modelId="{BFB61353-08BB-4989-AA12-3768C10064BB}" type="pres">
      <dgm:prSet presAssocID="{D80B536F-C96E-448D-8D45-A952D1763376}"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Earth Globe Americas"/>
        </a:ext>
      </dgm:extLst>
    </dgm:pt>
    <dgm:pt modelId="{613B5C63-F2D8-408C-9ED0-8373340582D8}" type="pres">
      <dgm:prSet presAssocID="{D80B536F-C96E-448D-8D45-A952D1763376}" presName="spaceRect" presStyleCnt="0"/>
      <dgm:spPr/>
    </dgm:pt>
    <dgm:pt modelId="{D9EBCC5E-4B10-4A3E-8F97-FB3279D82FC8}" type="pres">
      <dgm:prSet presAssocID="{D80B536F-C96E-448D-8D45-A952D1763376}" presName="parTx" presStyleLbl="revTx" presStyleIdx="1" presStyleCnt="4">
        <dgm:presLayoutVars>
          <dgm:chMax val="0"/>
          <dgm:chPref val="0"/>
        </dgm:presLayoutVars>
      </dgm:prSet>
      <dgm:spPr/>
    </dgm:pt>
    <dgm:pt modelId="{C04968BA-D7EF-496D-86CE-2B43EBAD1B97}" type="pres">
      <dgm:prSet presAssocID="{9987CF4F-0EC7-4ECA-9EE7-0E78DF1537DC}" presName="sibTrans" presStyleCnt="0"/>
      <dgm:spPr/>
    </dgm:pt>
    <dgm:pt modelId="{BA5CE1D6-7670-4304-9D38-399535D82E19}" type="pres">
      <dgm:prSet presAssocID="{0078122E-4D41-4E7A-8678-5E411971F496}" presName="compNode" presStyleCnt="0"/>
      <dgm:spPr/>
    </dgm:pt>
    <dgm:pt modelId="{E292C15A-C609-4E94-9A86-AD35D8C0DF9C}" type="pres">
      <dgm:prSet presAssocID="{0078122E-4D41-4E7A-8678-5E411971F496}" presName="bgRect" presStyleLbl="bgShp" presStyleIdx="2" presStyleCnt="4" custScaleY="103686" custLinFactNeighborX="189" custLinFactNeighborY="-5236"/>
      <dgm:spPr/>
    </dgm:pt>
    <dgm:pt modelId="{C8030047-FA38-45E2-BBE7-D18D11ABCFB9}" type="pres">
      <dgm:prSet presAssocID="{0078122E-4D41-4E7A-8678-5E411971F496}"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ollar"/>
        </a:ext>
      </dgm:extLst>
    </dgm:pt>
    <dgm:pt modelId="{9A44686D-E562-4A83-9F50-0EBCFC6F8603}" type="pres">
      <dgm:prSet presAssocID="{0078122E-4D41-4E7A-8678-5E411971F496}" presName="spaceRect" presStyleCnt="0"/>
      <dgm:spPr/>
    </dgm:pt>
    <dgm:pt modelId="{9C54F730-6CD7-4B98-ABC3-3DDF86A2765B}" type="pres">
      <dgm:prSet presAssocID="{0078122E-4D41-4E7A-8678-5E411971F496}" presName="parTx" presStyleLbl="revTx" presStyleIdx="2" presStyleCnt="4">
        <dgm:presLayoutVars>
          <dgm:chMax val="0"/>
          <dgm:chPref val="0"/>
        </dgm:presLayoutVars>
      </dgm:prSet>
      <dgm:spPr/>
    </dgm:pt>
    <dgm:pt modelId="{25B847E5-B3D7-40C8-AD9F-9B40D22F0CD7}" type="pres">
      <dgm:prSet presAssocID="{C4E70A23-CC34-465E-9005-24A688D49AB4}" presName="sibTrans" presStyleCnt="0"/>
      <dgm:spPr/>
    </dgm:pt>
    <dgm:pt modelId="{5B090003-2A0F-44E6-8C3D-2F97E571E75E}" type="pres">
      <dgm:prSet presAssocID="{D1EB2939-2424-4062-968F-75DEF4A34A74}" presName="compNode" presStyleCnt="0"/>
      <dgm:spPr/>
    </dgm:pt>
    <dgm:pt modelId="{CDB04E1B-A46C-4226-8116-0D771866422F}" type="pres">
      <dgm:prSet presAssocID="{D1EB2939-2424-4062-968F-75DEF4A34A74}" presName="bgRect" presStyleLbl="bgShp" presStyleIdx="3" presStyleCnt="4" custFlipVert="1" custScaleY="97721" custLinFactNeighborX="1008" custLinFactNeighborY="-17932"/>
      <dgm:spPr/>
    </dgm:pt>
    <dgm:pt modelId="{6FBCE5CD-E104-4A97-B9E5-0D89012941AF}" type="pres">
      <dgm:prSet presAssocID="{D1EB2939-2424-4062-968F-75DEF4A34A74}"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Open Hand with Plant"/>
        </a:ext>
      </dgm:extLst>
    </dgm:pt>
    <dgm:pt modelId="{C3391A61-6B3F-4B00-A5F4-978FBEBF734E}" type="pres">
      <dgm:prSet presAssocID="{D1EB2939-2424-4062-968F-75DEF4A34A74}" presName="spaceRect" presStyleCnt="0"/>
      <dgm:spPr/>
    </dgm:pt>
    <dgm:pt modelId="{ADE900B5-9355-418B-9DE6-402BB5F61634}" type="pres">
      <dgm:prSet presAssocID="{D1EB2939-2424-4062-968F-75DEF4A34A74}" presName="parTx" presStyleLbl="revTx" presStyleIdx="3" presStyleCnt="4" custLinFactNeighborX="-2849" custLinFactNeighborY="-8055">
        <dgm:presLayoutVars>
          <dgm:chMax val="0"/>
          <dgm:chPref val="0"/>
        </dgm:presLayoutVars>
      </dgm:prSet>
      <dgm:spPr/>
    </dgm:pt>
  </dgm:ptLst>
  <dgm:cxnLst>
    <dgm:cxn modelId="{6CD1C633-76F8-4F31-A979-37CAA10E177F}" type="presOf" srcId="{0078122E-4D41-4E7A-8678-5E411971F496}" destId="{9C54F730-6CD7-4B98-ABC3-3DDF86A2765B}" srcOrd="0" destOrd="0" presId="urn:microsoft.com/office/officeart/2018/2/layout/IconVerticalSolidList"/>
    <dgm:cxn modelId="{8BC1CD61-F041-428F-9F42-71FC5EBC79CD}" srcId="{18F63D13-F6A0-48F5-92AD-1AA93917284A}" destId="{0078122E-4D41-4E7A-8678-5E411971F496}" srcOrd="2" destOrd="0" parTransId="{BD82166C-0D13-4FD3-AFA7-292AFEC505E1}" sibTransId="{C4E70A23-CC34-465E-9005-24A688D49AB4}"/>
    <dgm:cxn modelId="{6E545B55-7FC7-47D5-9CC4-E9939C71E1E3}" srcId="{18F63D13-F6A0-48F5-92AD-1AA93917284A}" destId="{D80B536F-C96E-448D-8D45-A952D1763376}" srcOrd="1" destOrd="0" parTransId="{50059906-139E-47E3-ADE8-0D01C620AF53}" sibTransId="{9987CF4F-0EC7-4ECA-9EE7-0E78DF1537DC}"/>
    <dgm:cxn modelId="{87B86A90-ADD2-485F-BD7A-591E68191157}" type="presOf" srcId="{928D58FB-5CA3-46E9-A35D-4E6668524E7E}" destId="{FAB21867-56EA-497C-8BE1-DA8B131118FF}" srcOrd="0" destOrd="0" presId="urn:microsoft.com/office/officeart/2018/2/layout/IconVerticalSolidList"/>
    <dgm:cxn modelId="{D0C212DC-46D4-4DB3-805F-432AF86AB754}" type="presOf" srcId="{18F63D13-F6A0-48F5-92AD-1AA93917284A}" destId="{B222E207-0ABA-4E86-A9F1-AB8F4BC09FE0}" srcOrd="0" destOrd="0" presId="urn:microsoft.com/office/officeart/2018/2/layout/IconVerticalSolidList"/>
    <dgm:cxn modelId="{4429E9EF-A36B-4327-B666-0F9C8CD0063B}" type="presOf" srcId="{D1EB2939-2424-4062-968F-75DEF4A34A74}" destId="{ADE900B5-9355-418B-9DE6-402BB5F61634}" srcOrd="0" destOrd="0" presId="urn:microsoft.com/office/officeart/2018/2/layout/IconVerticalSolidList"/>
    <dgm:cxn modelId="{4C0476F9-95C3-4537-BAE5-23BB9F961C1C}" srcId="{18F63D13-F6A0-48F5-92AD-1AA93917284A}" destId="{928D58FB-5CA3-46E9-A35D-4E6668524E7E}" srcOrd="0" destOrd="0" parTransId="{00D838A6-46E8-4E90-B2CF-B9EE7FA358A3}" sibTransId="{1558C079-0C1C-4A89-8F9E-1DDB0A4F4514}"/>
    <dgm:cxn modelId="{79D1ADFD-7D01-44B1-8F10-F3E7233A4B9C}" type="presOf" srcId="{D80B536F-C96E-448D-8D45-A952D1763376}" destId="{D9EBCC5E-4B10-4A3E-8F97-FB3279D82FC8}" srcOrd="0" destOrd="0" presId="urn:microsoft.com/office/officeart/2018/2/layout/IconVerticalSolidList"/>
    <dgm:cxn modelId="{264333FE-06F9-4569-ABC7-4741EEAAD704}" srcId="{18F63D13-F6A0-48F5-92AD-1AA93917284A}" destId="{D1EB2939-2424-4062-968F-75DEF4A34A74}" srcOrd="3" destOrd="0" parTransId="{7E223F67-2E53-4393-BEC0-904027053FB4}" sibTransId="{7C97CF6F-1FB0-4D1F-9DE1-CEE00AD3FEF5}"/>
    <dgm:cxn modelId="{B7CA05A7-68A7-45AF-80B1-DCA09AA2B440}" type="presParOf" srcId="{B222E207-0ABA-4E86-A9F1-AB8F4BC09FE0}" destId="{DC86BDFE-3776-4E41-A7E9-7E85E9EF62FA}" srcOrd="0" destOrd="0" presId="urn:microsoft.com/office/officeart/2018/2/layout/IconVerticalSolidList"/>
    <dgm:cxn modelId="{3DABF325-4367-4341-BF1A-DCB586643B7C}" type="presParOf" srcId="{DC86BDFE-3776-4E41-A7E9-7E85E9EF62FA}" destId="{0299CE71-5BCD-4D86-8F63-C92DDD439B00}" srcOrd="0" destOrd="0" presId="urn:microsoft.com/office/officeart/2018/2/layout/IconVerticalSolidList"/>
    <dgm:cxn modelId="{7C5ADCAF-D937-4356-899C-C099A25A0445}" type="presParOf" srcId="{DC86BDFE-3776-4E41-A7E9-7E85E9EF62FA}" destId="{20F792FE-6A87-45A9-89CD-9AA1B9C51FCA}" srcOrd="1" destOrd="0" presId="urn:microsoft.com/office/officeart/2018/2/layout/IconVerticalSolidList"/>
    <dgm:cxn modelId="{FEEA9FD2-7851-4B4C-A8BA-99B28B1C0A17}" type="presParOf" srcId="{DC86BDFE-3776-4E41-A7E9-7E85E9EF62FA}" destId="{4C1EE617-8429-410F-8C7C-455521019B0D}" srcOrd="2" destOrd="0" presId="urn:microsoft.com/office/officeart/2018/2/layout/IconVerticalSolidList"/>
    <dgm:cxn modelId="{0102C5BD-606A-4C99-A918-C3FFC28E69F2}" type="presParOf" srcId="{DC86BDFE-3776-4E41-A7E9-7E85E9EF62FA}" destId="{FAB21867-56EA-497C-8BE1-DA8B131118FF}" srcOrd="3" destOrd="0" presId="urn:microsoft.com/office/officeart/2018/2/layout/IconVerticalSolidList"/>
    <dgm:cxn modelId="{7947BD45-E9EB-41E4-9F8B-13694389A9E8}" type="presParOf" srcId="{B222E207-0ABA-4E86-A9F1-AB8F4BC09FE0}" destId="{B9460DA7-EA0D-4218-89BC-0989E35F7F2E}" srcOrd="1" destOrd="0" presId="urn:microsoft.com/office/officeart/2018/2/layout/IconVerticalSolidList"/>
    <dgm:cxn modelId="{89842D44-17E8-4324-832D-7C6E40D634D2}" type="presParOf" srcId="{B222E207-0ABA-4E86-A9F1-AB8F4BC09FE0}" destId="{0220C1E7-5CEC-45CA-BC37-5CE5DB868222}" srcOrd="2" destOrd="0" presId="urn:microsoft.com/office/officeart/2018/2/layout/IconVerticalSolidList"/>
    <dgm:cxn modelId="{116AF233-3C30-4903-B243-9B47E047FEA9}" type="presParOf" srcId="{0220C1E7-5CEC-45CA-BC37-5CE5DB868222}" destId="{E87B058B-44EB-4A98-89D4-FA0BA46845E4}" srcOrd="0" destOrd="0" presId="urn:microsoft.com/office/officeart/2018/2/layout/IconVerticalSolidList"/>
    <dgm:cxn modelId="{0F60EAFB-1D67-4A05-89DC-0EDFDF8D05D8}" type="presParOf" srcId="{0220C1E7-5CEC-45CA-BC37-5CE5DB868222}" destId="{BFB61353-08BB-4989-AA12-3768C10064BB}" srcOrd="1" destOrd="0" presId="urn:microsoft.com/office/officeart/2018/2/layout/IconVerticalSolidList"/>
    <dgm:cxn modelId="{A2DD752C-F2AE-44F9-BFEF-8DE4C73FFE45}" type="presParOf" srcId="{0220C1E7-5CEC-45CA-BC37-5CE5DB868222}" destId="{613B5C63-F2D8-408C-9ED0-8373340582D8}" srcOrd="2" destOrd="0" presId="urn:microsoft.com/office/officeart/2018/2/layout/IconVerticalSolidList"/>
    <dgm:cxn modelId="{EE532EB8-02C4-4777-AE57-55AE478845ED}" type="presParOf" srcId="{0220C1E7-5CEC-45CA-BC37-5CE5DB868222}" destId="{D9EBCC5E-4B10-4A3E-8F97-FB3279D82FC8}" srcOrd="3" destOrd="0" presId="urn:microsoft.com/office/officeart/2018/2/layout/IconVerticalSolidList"/>
    <dgm:cxn modelId="{6738219F-9A35-43B2-A324-855FAA33A98E}" type="presParOf" srcId="{B222E207-0ABA-4E86-A9F1-AB8F4BC09FE0}" destId="{C04968BA-D7EF-496D-86CE-2B43EBAD1B97}" srcOrd="3" destOrd="0" presId="urn:microsoft.com/office/officeart/2018/2/layout/IconVerticalSolidList"/>
    <dgm:cxn modelId="{6D5FE2E4-E0B3-4C01-855B-BA67A0F2D657}" type="presParOf" srcId="{B222E207-0ABA-4E86-A9F1-AB8F4BC09FE0}" destId="{BA5CE1D6-7670-4304-9D38-399535D82E19}" srcOrd="4" destOrd="0" presId="urn:microsoft.com/office/officeart/2018/2/layout/IconVerticalSolidList"/>
    <dgm:cxn modelId="{B3C86DC0-DCF8-4EF9-B554-EEB88E7B18B4}" type="presParOf" srcId="{BA5CE1D6-7670-4304-9D38-399535D82E19}" destId="{E292C15A-C609-4E94-9A86-AD35D8C0DF9C}" srcOrd="0" destOrd="0" presId="urn:microsoft.com/office/officeart/2018/2/layout/IconVerticalSolidList"/>
    <dgm:cxn modelId="{0CA8C9C6-E6C3-4476-8BA8-208DF3BE1644}" type="presParOf" srcId="{BA5CE1D6-7670-4304-9D38-399535D82E19}" destId="{C8030047-FA38-45E2-BBE7-D18D11ABCFB9}" srcOrd="1" destOrd="0" presId="urn:microsoft.com/office/officeart/2018/2/layout/IconVerticalSolidList"/>
    <dgm:cxn modelId="{C542789D-AE94-4772-9D65-DCE9C6B1C237}" type="presParOf" srcId="{BA5CE1D6-7670-4304-9D38-399535D82E19}" destId="{9A44686D-E562-4A83-9F50-0EBCFC6F8603}" srcOrd="2" destOrd="0" presId="urn:microsoft.com/office/officeart/2018/2/layout/IconVerticalSolidList"/>
    <dgm:cxn modelId="{F4B1984A-09F1-4A1D-89F4-FDF14E87BDCF}" type="presParOf" srcId="{BA5CE1D6-7670-4304-9D38-399535D82E19}" destId="{9C54F730-6CD7-4B98-ABC3-3DDF86A2765B}" srcOrd="3" destOrd="0" presId="urn:microsoft.com/office/officeart/2018/2/layout/IconVerticalSolidList"/>
    <dgm:cxn modelId="{A3EDCE16-3F89-4375-B750-D8EF58B9B723}" type="presParOf" srcId="{B222E207-0ABA-4E86-A9F1-AB8F4BC09FE0}" destId="{25B847E5-B3D7-40C8-AD9F-9B40D22F0CD7}" srcOrd="5" destOrd="0" presId="urn:microsoft.com/office/officeart/2018/2/layout/IconVerticalSolidList"/>
    <dgm:cxn modelId="{4ED1574E-6E63-4A4F-9750-FD3279DE8D11}" type="presParOf" srcId="{B222E207-0ABA-4E86-A9F1-AB8F4BC09FE0}" destId="{5B090003-2A0F-44E6-8C3D-2F97E571E75E}" srcOrd="6" destOrd="0" presId="urn:microsoft.com/office/officeart/2018/2/layout/IconVerticalSolidList"/>
    <dgm:cxn modelId="{4FC4DC45-36F6-4E9B-909E-FAAB3E7E0E0A}" type="presParOf" srcId="{5B090003-2A0F-44E6-8C3D-2F97E571E75E}" destId="{CDB04E1B-A46C-4226-8116-0D771866422F}" srcOrd="0" destOrd="0" presId="urn:microsoft.com/office/officeart/2018/2/layout/IconVerticalSolidList"/>
    <dgm:cxn modelId="{B36B078A-7E97-4377-AF30-7CD0572C7148}" type="presParOf" srcId="{5B090003-2A0F-44E6-8C3D-2F97E571E75E}" destId="{6FBCE5CD-E104-4A97-B9E5-0D89012941AF}" srcOrd="1" destOrd="0" presId="urn:microsoft.com/office/officeart/2018/2/layout/IconVerticalSolidList"/>
    <dgm:cxn modelId="{7A77B919-5DD1-48CC-92C0-2A0E74822BA2}" type="presParOf" srcId="{5B090003-2A0F-44E6-8C3D-2F97E571E75E}" destId="{C3391A61-6B3F-4B00-A5F4-978FBEBF734E}" srcOrd="2" destOrd="0" presId="urn:microsoft.com/office/officeart/2018/2/layout/IconVerticalSolidList"/>
    <dgm:cxn modelId="{6C8F4AE7-4424-428A-83E4-0D69A0E0296B}" type="presParOf" srcId="{5B090003-2A0F-44E6-8C3D-2F97E571E75E}" destId="{ADE900B5-9355-418B-9DE6-402BB5F61634}"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99CE71-5BCD-4D86-8F63-C92DDD439B00}">
      <dsp:nvSpPr>
        <dsp:cNvPr id="0" name=""/>
        <dsp:cNvSpPr/>
      </dsp:nvSpPr>
      <dsp:spPr>
        <a:xfrm>
          <a:off x="0" y="6620"/>
          <a:ext cx="10515600" cy="100172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0F792FE-6A87-45A9-89CD-9AA1B9C51FCA}">
      <dsp:nvSpPr>
        <dsp:cNvPr id="0" name=""/>
        <dsp:cNvSpPr/>
      </dsp:nvSpPr>
      <dsp:spPr>
        <a:xfrm>
          <a:off x="267532" y="258835"/>
          <a:ext cx="486422" cy="48642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AB21867-56EA-497C-8BE1-DA8B131118FF}">
      <dsp:nvSpPr>
        <dsp:cNvPr id="0" name=""/>
        <dsp:cNvSpPr/>
      </dsp:nvSpPr>
      <dsp:spPr>
        <a:xfrm>
          <a:off x="1021487" y="59844"/>
          <a:ext cx="9494112" cy="8844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599" tIns="93599" rIns="93599" bIns="93599" numCol="1" spcCol="1270" anchor="ctr" anchorCtr="0">
          <a:noAutofit/>
        </a:bodyPr>
        <a:lstStyle/>
        <a:p>
          <a:pPr marL="0" lvl="0" indent="0" algn="l" defTabSz="977900">
            <a:lnSpc>
              <a:spcPct val="90000"/>
            </a:lnSpc>
            <a:spcBef>
              <a:spcPct val="0"/>
            </a:spcBef>
            <a:spcAft>
              <a:spcPct val="35000"/>
            </a:spcAft>
            <a:buNone/>
          </a:pPr>
          <a:r>
            <a:rPr lang="en-IN" sz="2200" kern="1200" dirty="0">
              <a:latin typeface="Times New Roman" panose="02020603050405020304" pitchFamily="18" charset="0"/>
              <a:cs typeface="Times New Roman" panose="02020603050405020304" pitchFamily="18" charset="0"/>
            </a:rPr>
            <a:t>Seamless Booking- Effortless scheduling of rituals enabled by our AI driven platform.</a:t>
          </a:r>
          <a:endParaRPr lang="en-US" sz="2200" kern="1200" dirty="0">
            <a:latin typeface="Times New Roman" panose="02020603050405020304" pitchFamily="18" charset="0"/>
            <a:cs typeface="Times New Roman" panose="02020603050405020304" pitchFamily="18" charset="0"/>
          </a:endParaRPr>
        </a:p>
      </dsp:txBody>
      <dsp:txXfrm>
        <a:off x="1021487" y="59844"/>
        <a:ext cx="9494112" cy="884404"/>
      </dsp:txXfrm>
    </dsp:sp>
    <dsp:sp modelId="{E87B058B-44EB-4A98-89D4-FA0BA46845E4}">
      <dsp:nvSpPr>
        <dsp:cNvPr id="0" name=""/>
        <dsp:cNvSpPr/>
      </dsp:nvSpPr>
      <dsp:spPr>
        <a:xfrm>
          <a:off x="0" y="1212621"/>
          <a:ext cx="10515600" cy="104355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FB61353-08BB-4989-AA12-3768C10064BB}">
      <dsp:nvSpPr>
        <dsp:cNvPr id="0" name=""/>
        <dsp:cNvSpPr/>
      </dsp:nvSpPr>
      <dsp:spPr>
        <a:xfrm>
          <a:off x="267532" y="1502577"/>
          <a:ext cx="486422" cy="48642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9EBCC5E-4B10-4A3E-8F97-FB3279D82FC8}">
      <dsp:nvSpPr>
        <dsp:cNvPr id="0" name=""/>
        <dsp:cNvSpPr/>
      </dsp:nvSpPr>
      <dsp:spPr>
        <a:xfrm>
          <a:off x="1021487" y="1303586"/>
          <a:ext cx="9494112" cy="8844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599" tIns="93599" rIns="93599" bIns="93599" numCol="1" spcCol="1270" anchor="ctr" anchorCtr="0">
          <a:noAutofit/>
        </a:bodyPr>
        <a:lstStyle/>
        <a:p>
          <a:pPr marL="0" lvl="0" indent="0" algn="l" defTabSz="977900">
            <a:lnSpc>
              <a:spcPct val="90000"/>
            </a:lnSpc>
            <a:spcBef>
              <a:spcPct val="0"/>
            </a:spcBef>
            <a:spcAft>
              <a:spcPct val="35000"/>
            </a:spcAft>
            <a:buNone/>
          </a:pPr>
          <a:r>
            <a:rPr lang="en-IN" sz="2200" kern="1200" dirty="0">
              <a:latin typeface="Times New Roman" panose="02020603050405020304" pitchFamily="18" charset="0"/>
              <a:cs typeface="Times New Roman" panose="02020603050405020304" pitchFamily="18" charset="0"/>
            </a:rPr>
            <a:t>Our intuitive platform bridges devotees with religious services, enhancing spiritual connection</a:t>
          </a:r>
          <a:endParaRPr lang="en-US" sz="2200" kern="1200" dirty="0">
            <a:latin typeface="Times New Roman" panose="02020603050405020304" pitchFamily="18" charset="0"/>
            <a:cs typeface="Times New Roman" panose="02020603050405020304" pitchFamily="18" charset="0"/>
          </a:endParaRPr>
        </a:p>
      </dsp:txBody>
      <dsp:txXfrm>
        <a:off x="1021487" y="1303586"/>
        <a:ext cx="9494112" cy="884404"/>
      </dsp:txXfrm>
    </dsp:sp>
    <dsp:sp modelId="{E292C15A-C609-4E94-9A86-AD35D8C0DF9C}">
      <dsp:nvSpPr>
        <dsp:cNvPr id="0" name=""/>
        <dsp:cNvSpPr/>
      </dsp:nvSpPr>
      <dsp:spPr>
        <a:xfrm>
          <a:off x="0" y="2442359"/>
          <a:ext cx="10515600" cy="91700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8030047-FA38-45E2-BBE7-D18D11ABCFB9}">
      <dsp:nvSpPr>
        <dsp:cNvPr id="0" name=""/>
        <dsp:cNvSpPr/>
      </dsp:nvSpPr>
      <dsp:spPr>
        <a:xfrm>
          <a:off x="267532" y="2703957"/>
          <a:ext cx="486422" cy="48642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C54F730-6CD7-4B98-ABC3-3DDF86A2765B}">
      <dsp:nvSpPr>
        <dsp:cNvPr id="0" name=""/>
        <dsp:cNvSpPr/>
      </dsp:nvSpPr>
      <dsp:spPr>
        <a:xfrm>
          <a:off x="1021487" y="2504966"/>
          <a:ext cx="9494112" cy="8844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599" tIns="93599" rIns="93599" bIns="93599" numCol="1" spcCol="1270" anchor="ctr" anchorCtr="0">
          <a:noAutofit/>
        </a:bodyPr>
        <a:lstStyle/>
        <a:p>
          <a:pPr marL="0" lvl="0" indent="0" algn="l" defTabSz="977900">
            <a:lnSpc>
              <a:spcPct val="90000"/>
            </a:lnSpc>
            <a:spcBef>
              <a:spcPct val="0"/>
            </a:spcBef>
            <a:spcAft>
              <a:spcPct val="35000"/>
            </a:spcAft>
            <a:buNone/>
          </a:pPr>
          <a:r>
            <a:rPr lang="en-IN" sz="2200" kern="1200" dirty="0">
              <a:latin typeface="Times New Roman" panose="02020603050405020304" pitchFamily="18" charset="0"/>
              <a:cs typeface="Times New Roman" panose="02020603050405020304" pitchFamily="18" charset="0"/>
            </a:rPr>
            <a:t>Easy donations- Simplified donation options for temples and religious trusts.</a:t>
          </a:r>
          <a:r>
            <a:rPr lang="en-US" sz="2200" kern="1200" dirty="0">
              <a:latin typeface="Times New Roman" panose="02020603050405020304" pitchFamily="18" charset="0"/>
              <a:cs typeface="Times New Roman" panose="02020603050405020304" pitchFamily="18" charset="0"/>
            </a:rPr>
            <a:t> </a:t>
          </a:r>
        </a:p>
      </dsp:txBody>
      <dsp:txXfrm>
        <a:off x="1021487" y="2504966"/>
        <a:ext cx="9494112" cy="884404"/>
      </dsp:txXfrm>
    </dsp:sp>
    <dsp:sp modelId="{CDB04E1B-A46C-4226-8116-0D771866422F}">
      <dsp:nvSpPr>
        <dsp:cNvPr id="0" name=""/>
        <dsp:cNvSpPr/>
      </dsp:nvSpPr>
      <dsp:spPr>
        <a:xfrm flipV="1">
          <a:off x="0" y="3478258"/>
          <a:ext cx="10515600" cy="86424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FBCE5CD-E104-4A97-B9E5-0D89012941AF}">
      <dsp:nvSpPr>
        <dsp:cNvPr id="0" name=""/>
        <dsp:cNvSpPr/>
      </dsp:nvSpPr>
      <dsp:spPr>
        <a:xfrm>
          <a:off x="267532" y="3825762"/>
          <a:ext cx="486422" cy="48642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DE900B5-9355-418B-9DE6-402BB5F61634}">
      <dsp:nvSpPr>
        <dsp:cNvPr id="0" name=""/>
        <dsp:cNvSpPr/>
      </dsp:nvSpPr>
      <dsp:spPr>
        <a:xfrm>
          <a:off x="750999" y="3555532"/>
          <a:ext cx="9494112" cy="8844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599" tIns="93599" rIns="93599" bIns="93599" numCol="1" spcCol="1270" anchor="ctr" anchorCtr="0">
          <a:noAutofit/>
        </a:bodyPr>
        <a:lstStyle/>
        <a:p>
          <a:pPr marL="0" lvl="0" indent="0" algn="l" defTabSz="977900">
            <a:lnSpc>
              <a:spcPct val="90000"/>
            </a:lnSpc>
            <a:spcBef>
              <a:spcPct val="0"/>
            </a:spcBef>
            <a:spcAft>
              <a:spcPct val="35000"/>
            </a:spcAft>
            <a:buNone/>
          </a:pPr>
          <a:r>
            <a:rPr lang="en-IN" sz="2200" kern="1200" dirty="0">
              <a:latin typeface="Times New Roman" panose="02020603050405020304" pitchFamily="18" charset="0"/>
              <a:cs typeface="Times New Roman" panose="02020603050405020304" pitchFamily="18" charset="0"/>
            </a:rPr>
            <a:t>Curated Services- Providing verified, experienced, and trustworthy carefully curated pandits. </a:t>
          </a:r>
          <a:endParaRPr lang="en-US" sz="2200" kern="1200" dirty="0">
            <a:latin typeface="Times New Roman" panose="02020603050405020304" pitchFamily="18" charset="0"/>
            <a:cs typeface="Times New Roman" panose="02020603050405020304" pitchFamily="18" charset="0"/>
          </a:endParaRPr>
        </a:p>
      </dsp:txBody>
      <dsp:txXfrm>
        <a:off x="750999" y="3555532"/>
        <a:ext cx="9494112" cy="884404"/>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BA6C86A-E696-4915-84A9-365D5136836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75EFA275-E5BD-42D5-86C3-D4A66EF382D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44D676F-4DB5-46B8-8F00-05DB67D5471C}" type="datetimeFigureOut">
              <a:rPr lang="en-US" smtClean="0"/>
              <a:t>5/19/2025</a:t>
            </a:fld>
            <a:endParaRPr lang="en-US" dirty="0"/>
          </a:p>
        </p:txBody>
      </p:sp>
      <p:sp>
        <p:nvSpPr>
          <p:cNvPr id="4" name="Footer Placeholder 3">
            <a:extLst>
              <a:ext uri="{FF2B5EF4-FFF2-40B4-BE49-F238E27FC236}">
                <a16:creationId xmlns:a16="http://schemas.microsoft.com/office/drawing/2014/main" id="{0D08037F-BC33-4B71-9390-1FCCB44C83C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F7A39EB-596B-48AB-BC3E-069215B7692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BEDFD5B-C328-43D8-A4C7-929BECA315CE}" type="slidenum">
              <a:rPr lang="en-US" smtClean="0"/>
              <a:t>‹#›</a:t>
            </a:fld>
            <a:endParaRPr lang="en-US" dirty="0"/>
          </a:p>
        </p:txBody>
      </p:sp>
    </p:spTree>
    <p:extLst>
      <p:ext uri="{BB962C8B-B14F-4D97-AF65-F5344CB8AC3E}">
        <p14:creationId xmlns:p14="http://schemas.microsoft.com/office/powerpoint/2010/main" val="280270135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7BE5AB-3192-4552-A220-BA06EA9D867F}" type="datetimeFigureOut">
              <a:rPr lang="en-US" smtClean="0"/>
              <a:t>5/19/2025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8D0E63-0F6A-47B0-8BD1-6E95B004C872}" type="slidenum">
              <a:rPr lang="en-US" smtClean="0"/>
              <a:t>‹#›</a:t>
            </a:fld>
            <a:endParaRPr lang="en-US" dirty="0"/>
          </a:p>
        </p:txBody>
      </p:sp>
    </p:spTree>
    <p:extLst>
      <p:ext uri="{BB962C8B-B14F-4D97-AF65-F5344CB8AC3E}">
        <p14:creationId xmlns:p14="http://schemas.microsoft.com/office/powerpoint/2010/main" val="532328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F8D0E63-0F6A-47B0-8BD1-6E95B004C872}" type="slidenum">
              <a:rPr lang="en-US" smtClean="0"/>
              <a:t>7</a:t>
            </a:fld>
            <a:endParaRPr lang="en-US" dirty="0"/>
          </a:p>
        </p:txBody>
      </p:sp>
    </p:spTree>
    <p:extLst>
      <p:ext uri="{BB962C8B-B14F-4D97-AF65-F5344CB8AC3E}">
        <p14:creationId xmlns:p14="http://schemas.microsoft.com/office/powerpoint/2010/main" val="11912008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Graphic 33" descr="Tag=AccentColor&#10;Flavor=Light&#10;Target=Fill">
            <a:extLst>
              <a:ext uri="{FF2B5EF4-FFF2-40B4-BE49-F238E27FC236}">
                <a16:creationId xmlns:a16="http://schemas.microsoft.com/office/drawing/2014/main" id="{A4E7DAC5-621F-40E6-ACD2-590570CC84F8}"/>
              </a:ext>
            </a:extLst>
          </p:cNvPr>
          <p:cNvSpPr>
            <a:spLocks noChangeAspect="1"/>
          </p:cNvSpPr>
          <p:nvPr userDrawn="1"/>
        </p:nvSpPr>
        <p:spPr>
          <a:xfrm>
            <a:off x="1318417" y="0"/>
            <a:ext cx="9570431" cy="6858000"/>
          </a:xfrm>
          <a:custGeom>
            <a:avLst/>
            <a:gdLst>
              <a:gd name="connsiteX0" fmla="*/ 7178288 w 7187261"/>
              <a:gd name="connsiteY0" fmla="*/ 2604802 h 5150263"/>
              <a:gd name="connsiteX1" fmla="*/ 7169335 w 7187261"/>
              <a:gd name="connsiteY1" fmla="*/ 2328577 h 5150263"/>
              <a:gd name="connsiteX2" fmla="*/ 7060845 w 7187261"/>
              <a:gd name="connsiteY2" fmla="*/ 1661160 h 5150263"/>
              <a:gd name="connsiteX3" fmla="*/ 6212263 w 7187261"/>
              <a:gd name="connsiteY3" fmla="*/ 243840 h 5150263"/>
              <a:gd name="connsiteX4" fmla="*/ 5953564 w 7187261"/>
              <a:gd name="connsiteY4" fmla="*/ 0 h 5150263"/>
              <a:gd name="connsiteX5" fmla="*/ 1408615 w 7187261"/>
              <a:gd name="connsiteY5" fmla="*/ 0 h 5150263"/>
              <a:gd name="connsiteX6" fmla="*/ 805111 w 7187261"/>
              <a:gd name="connsiteY6" fmla="*/ 676275 h 5150263"/>
              <a:gd name="connsiteX7" fmla="*/ 104928 w 7187261"/>
              <a:gd name="connsiteY7" fmla="*/ 2183035 h 5150263"/>
              <a:gd name="connsiteX8" fmla="*/ 51588 w 7187261"/>
              <a:gd name="connsiteY8" fmla="*/ 2400014 h 5150263"/>
              <a:gd name="connsiteX9" fmla="*/ 41301 w 7187261"/>
              <a:gd name="connsiteY9" fmla="*/ 2424208 h 5150263"/>
              <a:gd name="connsiteX10" fmla="*/ 119692 w 7187261"/>
              <a:gd name="connsiteY10" fmla="*/ 1834801 h 5150263"/>
              <a:gd name="connsiteX11" fmla="*/ 870071 w 7187261"/>
              <a:gd name="connsiteY11" fmla="*/ 462248 h 5150263"/>
              <a:gd name="connsiteX12" fmla="*/ 1389279 w 7187261"/>
              <a:gd name="connsiteY12" fmla="*/ 476 h 5150263"/>
              <a:gd name="connsiteX13" fmla="*/ 1320223 w 7187261"/>
              <a:gd name="connsiteY13" fmla="*/ 476 h 5150263"/>
              <a:gd name="connsiteX14" fmla="*/ 423158 w 7187261"/>
              <a:gd name="connsiteY14" fmla="*/ 989743 h 5150263"/>
              <a:gd name="connsiteX15" fmla="*/ 25585 w 7187261"/>
              <a:gd name="connsiteY15" fmla="*/ 2113693 h 5150263"/>
              <a:gd name="connsiteX16" fmla="*/ 2344 w 7187261"/>
              <a:gd name="connsiteY16" fmla="*/ 2725865 h 5150263"/>
              <a:gd name="connsiteX17" fmla="*/ 447256 w 7187261"/>
              <a:gd name="connsiteY17" fmla="*/ 4210717 h 5150263"/>
              <a:gd name="connsiteX18" fmla="*/ 1138962 w 7187261"/>
              <a:gd name="connsiteY18" fmla="*/ 4988910 h 5150263"/>
              <a:gd name="connsiteX19" fmla="*/ 1348512 w 7187261"/>
              <a:gd name="connsiteY19" fmla="*/ 5146834 h 5150263"/>
              <a:gd name="connsiteX20" fmla="*/ 1422712 w 7187261"/>
              <a:gd name="connsiteY20" fmla="*/ 5146834 h 5150263"/>
              <a:gd name="connsiteX21" fmla="*/ 480594 w 7187261"/>
              <a:gd name="connsiteY21" fmla="*/ 4187952 h 5150263"/>
              <a:gd name="connsiteX22" fmla="*/ 398679 w 7187261"/>
              <a:gd name="connsiteY22" fmla="*/ 4046125 h 5150263"/>
              <a:gd name="connsiteX23" fmla="*/ 411823 w 7187261"/>
              <a:gd name="connsiteY23" fmla="*/ 4053078 h 5150263"/>
              <a:gd name="connsiteX24" fmla="*/ 1439380 w 7187261"/>
              <a:gd name="connsiteY24" fmla="*/ 5147405 h 5150263"/>
              <a:gd name="connsiteX25" fmla="*/ 5710010 w 7187261"/>
              <a:gd name="connsiteY25" fmla="*/ 5150263 h 5150263"/>
              <a:gd name="connsiteX26" fmla="*/ 5999665 w 7187261"/>
              <a:gd name="connsiteY26" fmla="*/ 4910900 h 5150263"/>
              <a:gd name="connsiteX27" fmla="*/ 6954165 w 7187261"/>
              <a:gd name="connsiteY27" fmla="*/ 3545777 h 5150263"/>
              <a:gd name="connsiteX28" fmla="*/ 7137712 w 7187261"/>
              <a:gd name="connsiteY28" fmla="*/ 2799207 h 5150263"/>
              <a:gd name="connsiteX29" fmla="*/ 7142951 w 7187261"/>
              <a:gd name="connsiteY29" fmla="*/ 2754535 h 5150263"/>
              <a:gd name="connsiteX30" fmla="*/ 7149428 w 7187261"/>
              <a:gd name="connsiteY30" fmla="*/ 2774823 h 5150263"/>
              <a:gd name="connsiteX31" fmla="*/ 7066465 w 7187261"/>
              <a:gd name="connsiteY31" fmla="*/ 3465672 h 5150263"/>
              <a:gd name="connsiteX32" fmla="*/ 6452578 w 7187261"/>
              <a:gd name="connsiteY32" fmla="*/ 4552760 h 5150263"/>
              <a:gd name="connsiteX33" fmla="*/ 5752110 w 7187261"/>
              <a:gd name="connsiteY33" fmla="*/ 5150263 h 5150263"/>
              <a:gd name="connsiteX34" fmla="*/ 5827643 w 7187261"/>
              <a:gd name="connsiteY34" fmla="*/ 5150263 h 5150263"/>
              <a:gd name="connsiteX35" fmla="*/ 6642793 w 7187261"/>
              <a:gd name="connsiteY35" fmla="*/ 4389406 h 5150263"/>
              <a:gd name="connsiteX36" fmla="*/ 7102469 w 7187261"/>
              <a:gd name="connsiteY36" fmla="*/ 3490817 h 5150263"/>
              <a:gd name="connsiteX37" fmla="*/ 7187242 w 7187261"/>
              <a:gd name="connsiteY37" fmla="*/ 2990183 h 5150263"/>
              <a:gd name="connsiteX38" fmla="*/ 7178288 w 7187261"/>
              <a:gd name="connsiteY38" fmla="*/ 2604802 h 5150263"/>
              <a:gd name="connsiteX39" fmla="*/ 6342565 w 7187261"/>
              <a:gd name="connsiteY39" fmla="*/ 441389 h 5150263"/>
              <a:gd name="connsiteX40" fmla="*/ 7126567 w 7187261"/>
              <a:gd name="connsiteY40" fmla="*/ 2355056 h 5150263"/>
              <a:gd name="connsiteX41" fmla="*/ 6342565 w 7187261"/>
              <a:gd name="connsiteY41" fmla="*/ 441389 h 5150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7187261" h="5150263">
                <a:moveTo>
                  <a:pt x="7178288" y="2604802"/>
                </a:moveTo>
                <a:cubicBezTo>
                  <a:pt x="7168763" y="2513076"/>
                  <a:pt x="7174478" y="2420684"/>
                  <a:pt x="7169335" y="2328577"/>
                </a:cubicBezTo>
                <a:cubicBezTo>
                  <a:pt x="7156952" y="2102882"/>
                  <a:pt x="7120586" y="1879149"/>
                  <a:pt x="7060845" y="1661160"/>
                </a:cubicBezTo>
                <a:cubicBezTo>
                  <a:pt x="6910588" y="1121007"/>
                  <a:pt x="6617428" y="631374"/>
                  <a:pt x="6212263" y="243840"/>
                </a:cubicBezTo>
                <a:cubicBezTo>
                  <a:pt x="6126538" y="162496"/>
                  <a:pt x="6040813" y="80201"/>
                  <a:pt x="5953564" y="0"/>
                </a:cubicBezTo>
                <a:lnTo>
                  <a:pt x="1408615" y="0"/>
                </a:lnTo>
                <a:cubicBezTo>
                  <a:pt x="1180967" y="200316"/>
                  <a:pt x="978332" y="427387"/>
                  <a:pt x="805111" y="676275"/>
                </a:cubicBezTo>
                <a:cubicBezTo>
                  <a:pt x="481261" y="1136523"/>
                  <a:pt x="252089" y="1640872"/>
                  <a:pt x="104928" y="2183035"/>
                </a:cubicBezTo>
                <a:cubicBezTo>
                  <a:pt x="85878" y="2254853"/>
                  <a:pt x="69495" y="2327720"/>
                  <a:pt x="51588" y="2400014"/>
                </a:cubicBezTo>
                <a:cubicBezTo>
                  <a:pt x="49683" y="2407634"/>
                  <a:pt x="51588" y="2416969"/>
                  <a:pt x="41301" y="2424208"/>
                </a:cubicBezTo>
                <a:cubicBezTo>
                  <a:pt x="45900" y="2225469"/>
                  <a:pt x="72186" y="2027834"/>
                  <a:pt x="119692" y="1834801"/>
                </a:cubicBezTo>
                <a:cubicBezTo>
                  <a:pt x="247993" y="1310926"/>
                  <a:pt x="506121" y="857726"/>
                  <a:pt x="870071" y="462248"/>
                </a:cubicBezTo>
                <a:cubicBezTo>
                  <a:pt x="1027729" y="291823"/>
                  <a:pt x="1201617" y="137169"/>
                  <a:pt x="1389279" y="476"/>
                </a:cubicBezTo>
                <a:lnTo>
                  <a:pt x="1320223" y="476"/>
                </a:lnTo>
                <a:cubicBezTo>
                  <a:pt x="960844" y="274320"/>
                  <a:pt x="656330" y="599123"/>
                  <a:pt x="423158" y="989743"/>
                </a:cubicBezTo>
                <a:cubicBezTo>
                  <a:pt x="215608" y="1337596"/>
                  <a:pt x="80258" y="1711357"/>
                  <a:pt x="25585" y="2113693"/>
                </a:cubicBezTo>
                <a:cubicBezTo>
                  <a:pt x="-2705" y="2316480"/>
                  <a:pt x="-2228" y="2521077"/>
                  <a:pt x="2344" y="2725865"/>
                </a:cubicBezTo>
                <a:cubicBezTo>
                  <a:pt x="14155" y="3261932"/>
                  <a:pt x="170650" y="3754565"/>
                  <a:pt x="447256" y="4210717"/>
                </a:cubicBezTo>
                <a:cubicBezTo>
                  <a:pt x="629851" y="4511612"/>
                  <a:pt x="866356" y="4767167"/>
                  <a:pt x="1138962" y="4988910"/>
                </a:cubicBezTo>
                <a:cubicBezTo>
                  <a:pt x="1207161" y="5044345"/>
                  <a:pt x="1277008" y="5096990"/>
                  <a:pt x="1348512" y="5146834"/>
                </a:cubicBezTo>
                <a:lnTo>
                  <a:pt x="1422712" y="5146834"/>
                </a:lnTo>
                <a:cubicBezTo>
                  <a:pt x="1043426" y="4892802"/>
                  <a:pt x="724720" y="4577334"/>
                  <a:pt x="480594" y="4187952"/>
                </a:cubicBezTo>
                <a:cubicBezTo>
                  <a:pt x="452019" y="4141851"/>
                  <a:pt x="423444" y="4095179"/>
                  <a:pt x="398679" y="4046125"/>
                </a:cubicBezTo>
                <a:cubicBezTo>
                  <a:pt x="407442" y="4043267"/>
                  <a:pt x="409156" y="4048982"/>
                  <a:pt x="411823" y="4053078"/>
                </a:cubicBezTo>
                <a:cubicBezTo>
                  <a:pt x="683572" y="4484656"/>
                  <a:pt x="1033139" y="4842701"/>
                  <a:pt x="1439380" y="5147405"/>
                </a:cubicBezTo>
                <a:lnTo>
                  <a:pt x="5710010" y="5150263"/>
                </a:lnTo>
                <a:cubicBezTo>
                  <a:pt x="5810594" y="5075482"/>
                  <a:pt x="5907272" y="4995587"/>
                  <a:pt x="5999665" y="4910900"/>
                </a:cubicBezTo>
                <a:cubicBezTo>
                  <a:pt x="6418765" y="4526661"/>
                  <a:pt x="6746901" y="4078129"/>
                  <a:pt x="6954165" y="3545777"/>
                </a:cubicBezTo>
                <a:cubicBezTo>
                  <a:pt x="7048234" y="3306175"/>
                  <a:pt x="7109956" y="3055115"/>
                  <a:pt x="7137712" y="2799207"/>
                </a:cubicBezTo>
                <a:cubicBezTo>
                  <a:pt x="7139236" y="2784920"/>
                  <a:pt x="7141046" y="2770632"/>
                  <a:pt x="7142951" y="2754535"/>
                </a:cubicBezTo>
                <a:cubicBezTo>
                  <a:pt x="7151714" y="2760440"/>
                  <a:pt x="7149237" y="2768441"/>
                  <a:pt x="7149428" y="2774823"/>
                </a:cubicBezTo>
                <a:cubicBezTo>
                  <a:pt x="7156743" y="3007967"/>
                  <a:pt x="7128777" y="3240881"/>
                  <a:pt x="7066465" y="3465672"/>
                </a:cubicBezTo>
                <a:cubicBezTo>
                  <a:pt x="6952165" y="3878580"/>
                  <a:pt x="6737948" y="4235863"/>
                  <a:pt x="6452578" y="4552760"/>
                </a:cubicBezTo>
                <a:cubicBezTo>
                  <a:pt x="6244553" y="4783836"/>
                  <a:pt x="6008809" y="4980242"/>
                  <a:pt x="5752110" y="5150263"/>
                </a:cubicBezTo>
                <a:lnTo>
                  <a:pt x="5827643" y="5150263"/>
                </a:lnTo>
                <a:cubicBezTo>
                  <a:pt x="6136539" y="4938904"/>
                  <a:pt x="6412192" y="4689348"/>
                  <a:pt x="6642793" y="4389406"/>
                </a:cubicBezTo>
                <a:cubicBezTo>
                  <a:pt x="6851295" y="4118324"/>
                  <a:pt x="7009125" y="3820859"/>
                  <a:pt x="7102469" y="3490817"/>
                </a:cubicBezTo>
                <a:cubicBezTo>
                  <a:pt x="7148646" y="3327473"/>
                  <a:pt x="7177069" y="3159624"/>
                  <a:pt x="7187242" y="2990183"/>
                </a:cubicBezTo>
                <a:cubicBezTo>
                  <a:pt x="7187623" y="2984087"/>
                  <a:pt x="7182384" y="2642330"/>
                  <a:pt x="7178288" y="2604802"/>
                </a:cubicBezTo>
                <a:close/>
                <a:moveTo>
                  <a:pt x="6342565" y="441389"/>
                </a:moveTo>
                <a:cubicBezTo>
                  <a:pt x="6829797" y="986533"/>
                  <a:pt x="7091135" y="1624422"/>
                  <a:pt x="7126567" y="2355056"/>
                </a:cubicBezTo>
                <a:cubicBezTo>
                  <a:pt x="7001123" y="1661827"/>
                  <a:pt x="6756426" y="1017365"/>
                  <a:pt x="6342565" y="441389"/>
                </a:cubicBezTo>
                <a:close/>
              </a:path>
            </a:pathLst>
          </a:custGeom>
          <a:solidFill>
            <a:schemeClr val="accent1"/>
          </a:solidFill>
          <a:ln w="9525"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24EF9DF8-704A-44AE-8850-307DDACC9387}"/>
              </a:ext>
            </a:extLst>
          </p:cNvPr>
          <p:cNvSpPr>
            <a:spLocks noGrp="1"/>
          </p:cNvSpPr>
          <p:nvPr>
            <p:ph type="ctrTitle"/>
          </p:nvPr>
        </p:nvSpPr>
        <p:spPr>
          <a:xfrm>
            <a:off x="2560320" y="960120"/>
            <a:ext cx="7077456" cy="2898648"/>
          </a:xfrm>
        </p:spPr>
        <p:txBody>
          <a:bodyPr anchor="b">
            <a:noAutofit/>
          </a:bodyPr>
          <a:lstStyle>
            <a:lvl1pPr algn="ctr">
              <a:defRPr sz="880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CC72E09-06F3-48B9-9B95-DE15EC98017B}"/>
              </a:ext>
            </a:extLst>
          </p:cNvPr>
          <p:cNvSpPr>
            <a:spLocks noGrp="1"/>
          </p:cNvSpPr>
          <p:nvPr>
            <p:ph type="subTitle" idx="1"/>
          </p:nvPr>
        </p:nvSpPr>
        <p:spPr>
          <a:xfrm>
            <a:off x="2633472" y="4535424"/>
            <a:ext cx="6931152" cy="941832"/>
          </a:xfrm>
        </p:spPr>
        <p:txBody>
          <a:bodyPr>
            <a:normAutofit/>
          </a:bodyPr>
          <a:lstStyle>
            <a:lvl1pPr marL="0" indent="0" algn="ctr">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Rectangle 6">
            <a:extLst>
              <a:ext uri="{FF2B5EF4-FFF2-40B4-BE49-F238E27FC236}">
                <a16:creationId xmlns:a16="http://schemas.microsoft.com/office/drawing/2014/main" id="{371B7A5D-C918-4744-A5FA-75C904B3B8D4}"/>
              </a:ext>
            </a:extLst>
          </p:cNvPr>
          <p:cNvSpPr/>
          <p:nvPr userDrawn="1"/>
        </p:nvSpPr>
        <p:spPr>
          <a:xfrm>
            <a:off x="3974206" y="4113338"/>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bg1"/>
          </a:solidFill>
          <a:ln w="38100" cap="rnd">
            <a:solidFill>
              <a:schemeClr val="bg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8156899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spTree>
      <p:nvGrpSpPr>
        <p:cNvPr id="1" name=""/>
        <p:cNvGrpSpPr/>
        <p:nvPr/>
      </p:nvGrpSpPr>
      <p:grpSpPr>
        <a:xfrm>
          <a:off x="0" y="0"/>
          <a:ext cx="0" cy="0"/>
          <a:chOff x="0" y="0"/>
          <a:chExt cx="0" cy="0"/>
        </a:xfrm>
      </p:grpSpPr>
      <p:sp>
        <p:nvSpPr>
          <p:cNvPr id="7" name="Freeform: Shape 6" descr="Tag=AccentColor&#10;Flavor=Light&#10;Target=Fill">
            <a:extLst>
              <a:ext uri="{FF2B5EF4-FFF2-40B4-BE49-F238E27FC236}">
                <a16:creationId xmlns:a16="http://schemas.microsoft.com/office/drawing/2014/main" id="{77CE2522-15B5-4BC5-91A9-523F325A8324}"/>
              </a:ext>
            </a:extLst>
          </p:cNvPr>
          <p:cNvSpPr/>
          <p:nvPr userDrawn="1"/>
        </p:nvSpPr>
        <p:spPr>
          <a:xfrm>
            <a:off x="5477731" y="0"/>
            <a:ext cx="6714269" cy="6858000"/>
          </a:xfrm>
          <a:custGeom>
            <a:avLst/>
            <a:gdLst>
              <a:gd name="connsiteX0" fmla="*/ 1097203 w 6714269"/>
              <a:gd name="connsiteY0" fmla="*/ 0 h 6858000"/>
              <a:gd name="connsiteX1" fmla="*/ 1154155 w 6714269"/>
              <a:gd name="connsiteY1" fmla="*/ 0 h 6858000"/>
              <a:gd name="connsiteX2" fmla="*/ 972305 w 6714269"/>
              <a:gd name="connsiteY2" fmla="*/ 343212 h 6858000"/>
              <a:gd name="connsiteX3" fmla="*/ 780524 w 6714269"/>
              <a:gd name="connsiteY3" fmla="*/ 761067 h 6858000"/>
              <a:gd name="connsiteX4" fmla="*/ 737045 w 6714269"/>
              <a:gd name="connsiteY4" fmla="*/ 865164 h 6858000"/>
              <a:gd name="connsiteX5" fmla="*/ 762322 w 6714269"/>
              <a:gd name="connsiteY5" fmla="*/ 830676 h 6858000"/>
              <a:gd name="connsiteX6" fmla="*/ 1118805 w 6714269"/>
              <a:gd name="connsiteY6" fmla="*/ 160440 h 6858000"/>
              <a:gd name="connsiteX7" fmla="*/ 1221640 w 6714269"/>
              <a:gd name="connsiteY7" fmla="*/ 0 h 6858000"/>
              <a:gd name="connsiteX8" fmla="*/ 6714269 w 6714269"/>
              <a:gd name="connsiteY8" fmla="*/ 0 h 6858000"/>
              <a:gd name="connsiteX9" fmla="*/ 6714269 w 6714269"/>
              <a:gd name="connsiteY9" fmla="*/ 6858000 h 6858000"/>
              <a:gd name="connsiteX10" fmla="*/ 704817 w 6714269"/>
              <a:gd name="connsiteY10" fmla="*/ 6858000 h 6858000"/>
              <a:gd name="connsiteX11" fmla="*/ 618717 w 6714269"/>
              <a:gd name="connsiteY11" fmla="*/ 6672538 h 6858000"/>
              <a:gd name="connsiteX12" fmla="*/ 309324 w 6714269"/>
              <a:gd name="connsiteY12" fmla="*/ 5833618 h 6858000"/>
              <a:gd name="connsiteX13" fmla="*/ 209850 w 6714269"/>
              <a:gd name="connsiteY13" fmla="*/ 5484180 h 6858000"/>
              <a:gd name="connsiteX14" fmla="*/ 211619 w 6714269"/>
              <a:gd name="connsiteY14" fmla="*/ 5517653 h 6858000"/>
              <a:gd name="connsiteX15" fmla="*/ 361778 w 6714269"/>
              <a:gd name="connsiteY15" fmla="*/ 6145524 h 6858000"/>
              <a:gd name="connsiteX16" fmla="*/ 591356 w 6714269"/>
              <a:gd name="connsiteY16" fmla="*/ 6843306 h 6858000"/>
              <a:gd name="connsiteX17" fmla="*/ 597415 w 6714269"/>
              <a:gd name="connsiteY17" fmla="*/ 6858000 h 6858000"/>
              <a:gd name="connsiteX18" fmla="*/ 545224 w 6714269"/>
              <a:gd name="connsiteY18" fmla="*/ 6858000 h 6858000"/>
              <a:gd name="connsiteX19" fmla="*/ 533604 w 6714269"/>
              <a:gd name="connsiteY19" fmla="*/ 6830072 h 6858000"/>
              <a:gd name="connsiteX20" fmla="*/ 169657 w 6714269"/>
              <a:gd name="connsiteY20" fmla="*/ 5556577 h 6858000"/>
              <a:gd name="connsiteX21" fmla="*/ 12169 w 6714269"/>
              <a:gd name="connsiteY21" fmla="*/ 4362835 h 6858000"/>
              <a:gd name="connsiteX22" fmla="*/ 46168 w 6714269"/>
              <a:gd name="connsiteY22" fmla="*/ 3338487 h 6858000"/>
              <a:gd name="connsiteX23" fmla="*/ 490574 w 6714269"/>
              <a:gd name="connsiteY23" fmla="*/ 1381078 h 6858000"/>
              <a:gd name="connsiteX24" fmla="*/ 984701 w 6714269"/>
              <a:gd name="connsiteY24" fmla="*/ 20824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714269" h="6858000">
                <a:moveTo>
                  <a:pt x="1097203" y="0"/>
                </a:moveTo>
                <a:lnTo>
                  <a:pt x="1154155" y="0"/>
                </a:lnTo>
                <a:lnTo>
                  <a:pt x="972305" y="343212"/>
                </a:lnTo>
                <a:cubicBezTo>
                  <a:pt x="904739" y="480367"/>
                  <a:pt x="840941" y="619727"/>
                  <a:pt x="780524" y="761067"/>
                </a:cubicBezTo>
                <a:cubicBezTo>
                  <a:pt x="765737" y="795681"/>
                  <a:pt x="751579" y="830550"/>
                  <a:pt x="737045" y="865164"/>
                </a:cubicBezTo>
                <a:cubicBezTo>
                  <a:pt x="748306" y="856057"/>
                  <a:pt x="757014" y="844174"/>
                  <a:pt x="762322" y="830676"/>
                </a:cubicBezTo>
                <a:cubicBezTo>
                  <a:pt x="870201" y="600612"/>
                  <a:pt x="988539" y="376889"/>
                  <a:pt x="1118805" y="160440"/>
                </a:cubicBezTo>
                <a:lnTo>
                  <a:pt x="1221640" y="0"/>
                </a:lnTo>
                <a:lnTo>
                  <a:pt x="6714269" y="0"/>
                </a:lnTo>
                <a:lnTo>
                  <a:pt x="6714269" y="6858000"/>
                </a:lnTo>
                <a:lnTo>
                  <a:pt x="704817" y="6858000"/>
                </a:lnTo>
                <a:lnTo>
                  <a:pt x="618717" y="6672538"/>
                </a:lnTo>
                <a:cubicBezTo>
                  <a:pt x="501618" y="6400947"/>
                  <a:pt x="398622" y="6121213"/>
                  <a:pt x="309324" y="5833618"/>
                </a:cubicBezTo>
                <a:cubicBezTo>
                  <a:pt x="275071" y="5723183"/>
                  <a:pt x="246125" y="5611225"/>
                  <a:pt x="209850" y="5484180"/>
                </a:cubicBezTo>
                <a:cubicBezTo>
                  <a:pt x="209859" y="5495363"/>
                  <a:pt x="210448" y="5506534"/>
                  <a:pt x="211619" y="5517653"/>
                </a:cubicBezTo>
                <a:cubicBezTo>
                  <a:pt x="261166" y="5727113"/>
                  <a:pt x="303888" y="5938474"/>
                  <a:pt x="361778" y="6145524"/>
                </a:cubicBezTo>
                <a:cubicBezTo>
                  <a:pt x="428356" y="6383258"/>
                  <a:pt x="504422" y="6616111"/>
                  <a:pt x="591356" y="6843306"/>
                </a:cubicBezTo>
                <a:lnTo>
                  <a:pt x="597415" y="6858000"/>
                </a:lnTo>
                <a:lnTo>
                  <a:pt x="545224" y="6858000"/>
                </a:lnTo>
                <a:lnTo>
                  <a:pt x="533604" y="6830072"/>
                </a:lnTo>
                <a:cubicBezTo>
                  <a:pt x="376384" y="6416985"/>
                  <a:pt x="257344" y="5991917"/>
                  <a:pt x="169657" y="5556577"/>
                </a:cubicBezTo>
                <a:cubicBezTo>
                  <a:pt x="90154" y="5162256"/>
                  <a:pt x="43261" y="4763750"/>
                  <a:pt x="12169" y="4362835"/>
                </a:cubicBezTo>
                <a:cubicBezTo>
                  <a:pt x="-14122" y="4019865"/>
                  <a:pt x="4458" y="3679429"/>
                  <a:pt x="46168" y="3338487"/>
                </a:cubicBezTo>
                <a:cubicBezTo>
                  <a:pt x="125796" y="2672248"/>
                  <a:pt x="274744" y="2016203"/>
                  <a:pt x="490574" y="1381078"/>
                </a:cubicBezTo>
                <a:cubicBezTo>
                  <a:pt x="629230" y="976550"/>
                  <a:pt x="791584" y="584320"/>
                  <a:pt x="984701" y="208241"/>
                </a:cubicBezTo>
                <a:close/>
              </a:path>
            </a:pathLst>
          </a:custGeom>
          <a:solidFill>
            <a:schemeClr val="accent1"/>
          </a:solidFill>
          <a:ln w="6857" cap="flat">
            <a:noFill/>
            <a:prstDash val="solid"/>
            <a:miter/>
          </a:ln>
        </p:spPr>
        <p:txBody>
          <a:bodyPr wrap="square" rtlCol="0" anchor="ctr">
            <a:noAutofit/>
          </a:bodyPr>
          <a:lstStyle/>
          <a:p>
            <a:endParaRPr lang="en-US" dirty="0"/>
          </a:p>
        </p:txBody>
      </p:sp>
      <p:sp>
        <p:nvSpPr>
          <p:cNvPr id="2" name="Title 1">
            <a:extLst>
              <a:ext uri="{FF2B5EF4-FFF2-40B4-BE49-F238E27FC236}">
                <a16:creationId xmlns:a16="http://schemas.microsoft.com/office/drawing/2014/main" id="{465D02BC-5A24-47F7-A4DF-B93FBC0C51B0}"/>
              </a:ext>
            </a:extLst>
          </p:cNvPr>
          <p:cNvSpPr>
            <a:spLocks noGrp="1"/>
          </p:cNvSpPr>
          <p:nvPr>
            <p:ph type="title"/>
          </p:nvPr>
        </p:nvSpPr>
        <p:spPr>
          <a:xfrm>
            <a:off x="1133856" y="649224"/>
            <a:ext cx="4178808" cy="5568696"/>
          </a:xfrm>
        </p:spPr>
        <p:txBody>
          <a:bodyPr>
            <a:noAutofit/>
          </a:bodyPr>
          <a:lstStyle>
            <a:lvl1pPr>
              <a:defRPr sz="7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8E9219E-EE74-4093-94D6-F663E059C504}"/>
              </a:ext>
            </a:extLst>
          </p:cNvPr>
          <p:cNvSpPr>
            <a:spLocks noGrp="1"/>
          </p:cNvSpPr>
          <p:nvPr>
            <p:ph idx="1"/>
          </p:nvPr>
        </p:nvSpPr>
        <p:spPr>
          <a:xfrm>
            <a:off x="6364224" y="1307592"/>
            <a:ext cx="4992624" cy="4251960"/>
          </a:xfrm>
        </p:spPr>
        <p:txBody>
          <a:bodyPr anchor="ctr">
            <a:normAutofit/>
          </a:bodyPr>
          <a:lstStyle>
            <a:lvl1pPr marL="0" indent="0">
              <a:buNone/>
              <a:defRPr sz="4400">
                <a:solidFill>
                  <a:schemeClr val="bg1"/>
                </a:solidFill>
              </a:defRPr>
            </a:lvl1pPr>
            <a:lvl2pPr marL="228600">
              <a:defRPr sz="4000">
                <a:solidFill>
                  <a:schemeClr val="bg1"/>
                </a:solidFill>
              </a:defRPr>
            </a:lvl2pPr>
            <a:lvl3pPr marL="457200">
              <a:defRPr sz="36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a:p>
            <a:pPr lvl="1"/>
            <a:r>
              <a:rPr lang="en-US"/>
              <a:t>Second level</a:t>
            </a:r>
          </a:p>
          <a:p>
            <a:pPr lvl="2"/>
            <a:r>
              <a:rPr lang="en-US"/>
              <a:t>Third level</a:t>
            </a:r>
          </a:p>
        </p:txBody>
      </p:sp>
      <p:sp>
        <p:nvSpPr>
          <p:cNvPr id="5" name="Footer Placeholder 4">
            <a:extLst>
              <a:ext uri="{FF2B5EF4-FFF2-40B4-BE49-F238E27FC236}">
                <a16:creationId xmlns:a16="http://schemas.microsoft.com/office/drawing/2014/main" id="{2AD2029B-6646-4DBF-A302-76A513FC64DB}"/>
              </a:ext>
            </a:extLst>
          </p:cNvPr>
          <p:cNvSpPr>
            <a:spLocks noGrp="1"/>
          </p:cNvSpPr>
          <p:nvPr>
            <p:ph type="ftr" sz="quarter" idx="11"/>
          </p:nvPr>
        </p:nvSpPr>
        <p:spPr>
          <a:xfrm>
            <a:off x="6364224" y="6355080"/>
            <a:ext cx="3200400" cy="365125"/>
          </a:xfrm>
        </p:spPr>
        <p:txBody>
          <a:bodyPr/>
          <a:lstStyle>
            <a:lvl1pPr algn="l">
              <a:defRPr>
                <a:solidFill>
                  <a:schemeClr val="bg1"/>
                </a:solidFill>
              </a:defRPr>
            </a:lvl1pPr>
          </a:lstStyle>
          <a:p>
            <a:r>
              <a:rPr lang="en-US" dirty="0">
                <a:solidFill>
                  <a:schemeClr val="bg1"/>
                </a:solidFill>
              </a:rPr>
              <a:t>Presentation Title</a:t>
            </a:r>
          </a:p>
        </p:txBody>
      </p:sp>
      <p:sp>
        <p:nvSpPr>
          <p:cNvPr id="6" name="Slide Number Placeholder 5">
            <a:extLst>
              <a:ext uri="{FF2B5EF4-FFF2-40B4-BE49-F238E27FC236}">
                <a16:creationId xmlns:a16="http://schemas.microsoft.com/office/drawing/2014/main" id="{9E6D4DFD-766F-4E45-A00C-2B5E8CE9A908}"/>
              </a:ext>
            </a:extLst>
          </p:cNvPr>
          <p:cNvSpPr>
            <a:spLocks noGrp="1"/>
          </p:cNvSpPr>
          <p:nvPr>
            <p:ph type="sldNum" sz="quarter" idx="12"/>
          </p:nvPr>
        </p:nvSpPr>
        <p:spPr>
          <a:xfrm>
            <a:off x="10067544" y="6355080"/>
            <a:ext cx="1280160" cy="365125"/>
          </a:xfrm>
        </p:spPr>
        <p:txBody>
          <a:bodyPr/>
          <a:lstStyle>
            <a:lvl1pPr>
              <a:defRPr>
                <a:solidFill>
                  <a:schemeClr val="bg1"/>
                </a:solidFill>
              </a:defRPr>
            </a:lvl1pPr>
          </a:lstStyle>
          <a:p>
            <a:fld id="{2C18C1E5-FB55-42F5-BD6D-9CC153FCDBE6}" type="slidenum">
              <a:rPr lang="en-US" smtClean="0"/>
              <a:pPr/>
              <a:t>‹#›</a:t>
            </a:fld>
            <a:endParaRPr lang="en-US" dirty="0">
              <a:solidFill>
                <a:schemeClr val="bg1"/>
              </a:solidFill>
            </a:endParaRPr>
          </a:p>
        </p:txBody>
      </p:sp>
    </p:spTree>
    <p:extLst>
      <p:ext uri="{BB962C8B-B14F-4D97-AF65-F5344CB8AC3E}">
        <p14:creationId xmlns:p14="http://schemas.microsoft.com/office/powerpoint/2010/main" val="42322053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with 2 pictures">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17D0AB67-E176-475C-977C-73640253B922}"/>
              </a:ext>
            </a:extLst>
          </p:cNvPr>
          <p:cNvSpPr>
            <a:spLocks noGrp="1"/>
          </p:cNvSpPr>
          <p:nvPr>
            <p:ph type="pic" sz="quarter" idx="14"/>
          </p:nvPr>
        </p:nvSpPr>
        <p:spPr>
          <a:xfrm>
            <a:off x="2" y="4361970"/>
            <a:ext cx="4038599" cy="2496030"/>
          </a:xfrm>
          <a:custGeom>
            <a:avLst/>
            <a:gdLst>
              <a:gd name="connsiteX0" fmla="*/ 2464753 w 4038599"/>
              <a:gd name="connsiteY0" fmla="*/ 4 h 2496030"/>
              <a:gd name="connsiteX1" fmla="*/ 2599067 w 4038599"/>
              <a:gd name="connsiteY1" fmla="*/ 4428 h 2496030"/>
              <a:gd name="connsiteX2" fmla="*/ 3052443 w 4038599"/>
              <a:gd name="connsiteY2" fmla="*/ 14222 h 2496030"/>
              <a:gd name="connsiteX3" fmla="*/ 3417420 w 4038599"/>
              <a:gd name="connsiteY3" fmla="*/ 9782 h 2496030"/>
              <a:gd name="connsiteX4" fmla="*/ 3757835 w 4038599"/>
              <a:gd name="connsiteY4" fmla="*/ 19315 h 2496030"/>
              <a:gd name="connsiteX5" fmla="*/ 3892671 w 4038599"/>
              <a:gd name="connsiteY5" fmla="*/ 13177 h 2496030"/>
              <a:gd name="connsiteX6" fmla="*/ 4016790 w 4038599"/>
              <a:gd name="connsiteY6" fmla="*/ 8134 h 2496030"/>
              <a:gd name="connsiteX7" fmla="*/ 4034037 w 4038599"/>
              <a:gd name="connsiteY7" fmla="*/ 8999 h 2496030"/>
              <a:gd name="connsiteX8" fmla="*/ 4035370 w 4038599"/>
              <a:gd name="connsiteY8" fmla="*/ 62503 h 2496030"/>
              <a:gd name="connsiteX9" fmla="*/ 4020562 w 4038599"/>
              <a:gd name="connsiteY9" fmla="*/ 231143 h 2496030"/>
              <a:gd name="connsiteX10" fmla="*/ 4019168 w 4038599"/>
              <a:gd name="connsiteY10" fmla="*/ 393470 h 2496030"/>
              <a:gd name="connsiteX11" fmla="*/ 4014100 w 4038599"/>
              <a:gd name="connsiteY11" fmla="*/ 651618 h 2496030"/>
              <a:gd name="connsiteX12" fmla="*/ 4019295 w 4038599"/>
              <a:gd name="connsiteY12" fmla="*/ 902406 h 2496030"/>
              <a:gd name="connsiteX13" fmla="*/ 4033231 w 4038599"/>
              <a:gd name="connsiteY13" fmla="*/ 1078946 h 2496030"/>
              <a:gd name="connsiteX14" fmla="*/ 4011566 w 4038599"/>
              <a:gd name="connsiteY14" fmla="*/ 1189872 h 2496030"/>
              <a:gd name="connsiteX15" fmla="*/ 4011566 w 4038599"/>
              <a:gd name="connsiteY15" fmla="*/ 1387989 h 2496030"/>
              <a:gd name="connsiteX16" fmla="*/ 4038599 w 4038599"/>
              <a:gd name="connsiteY16" fmla="*/ 1495613 h 2496030"/>
              <a:gd name="connsiteX17" fmla="*/ 4038599 w 4038599"/>
              <a:gd name="connsiteY17" fmla="*/ 1746509 h 2496030"/>
              <a:gd name="connsiteX18" fmla="*/ 4038283 w 4038599"/>
              <a:gd name="connsiteY18" fmla="*/ 1749734 h 2496030"/>
              <a:gd name="connsiteX19" fmla="*/ 4026896 w 4038599"/>
              <a:gd name="connsiteY19" fmla="*/ 1837274 h 2496030"/>
              <a:gd name="connsiteX20" fmla="*/ 4029684 w 4038599"/>
              <a:gd name="connsiteY20" fmla="*/ 2121948 h 2496030"/>
              <a:gd name="connsiteX21" fmla="*/ 4032978 w 4038599"/>
              <a:gd name="connsiteY21" fmla="*/ 2359155 h 2496030"/>
              <a:gd name="connsiteX22" fmla="*/ 4023519 w 4038599"/>
              <a:gd name="connsiteY22" fmla="*/ 2496030 h 2496030"/>
              <a:gd name="connsiteX23" fmla="*/ 0 w 4038599"/>
              <a:gd name="connsiteY23" fmla="*/ 2496030 h 2496030"/>
              <a:gd name="connsiteX24" fmla="*/ 0 w 4038599"/>
              <a:gd name="connsiteY24" fmla="*/ 12459 h 2496030"/>
              <a:gd name="connsiteX25" fmla="*/ 17104 w 4038599"/>
              <a:gd name="connsiteY25" fmla="*/ 15006 h 2496030"/>
              <a:gd name="connsiteX26" fmla="*/ 216416 w 4038599"/>
              <a:gd name="connsiteY26" fmla="*/ 7824 h 2496030"/>
              <a:gd name="connsiteX27" fmla="*/ 651370 w 4038599"/>
              <a:gd name="connsiteY27" fmla="*/ 17748 h 2496030"/>
              <a:gd name="connsiteX28" fmla="*/ 958396 w 4038599"/>
              <a:gd name="connsiteY28" fmla="*/ 14092 h 2496030"/>
              <a:gd name="connsiteX29" fmla="*/ 1519486 w 4038599"/>
              <a:gd name="connsiteY29" fmla="*/ 21666 h 2496030"/>
              <a:gd name="connsiteX30" fmla="*/ 2062411 w 4038599"/>
              <a:gd name="connsiteY30" fmla="*/ 17487 h 2496030"/>
              <a:gd name="connsiteX31" fmla="*/ 2464753 w 4038599"/>
              <a:gd name="connsiteY31" fmla="*/ 4 h 2496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038599" h="2496030">
                <a:moveTo>
                  <a:pt x="2464753" y="4"/>
                </a:moveTo>
                <a:cubicBezTo>
                  <a:pt x="2509518" y="-78"/>
                  <a:pt x="2554292" y="1163"/>
                  <a:pt x="2599067" y="4428"/>
                </a:cubicBezTo>
                <a:cubicBezTo>
                  <a:pt x="2749817" y="17813"/>
                  <a:pt x="2901270" y="21079"/>
                  <a:pt x="3052443" y="14222"/>
                </a:cubicBezTo>
                <a:cubicBezTo>
                  <a:pt x="3173923" y="5694"/>
                  <a:pt x="3295774" y="4206"/>
                  <a:pt x="3417420" y="9782"/>
                </a:cubicBezTo>
                <a:cubicBezTo>
                  <a:pt x="3530764" y="16442"/>
                  <a:pt x="3644108" y="23233"/>
                  <a:pt x="3757835" y="19315"/>
                </a:cubicBezTo>
                <a:cubicBezTo>
                  <a:pt x="3803121" y="17748"/>
                  <a:pt x="3847768" y="15789"/>
                  <a:pt x="3892671" y="13177"/>
                </a:cubicBezTo>
                <a:cubicBezTo>
                  <a:pt x="3933972" y="9619"/>
                  <a:pt x="3975386" y="7938"/>
                  <a:pt x="4016790" y="8134"/>
                </a:cubicBezTo>
                <a:lnTo>
                  <a:pt x="4034037" y="8999"/>
                </a:lnTo>
                <a:lnTo>
                  <a:pt x="4035370" y="62503"/>
                </a:lnTo>
                <a:cubicBezTo>
                  <a:pt x="4033549" y="118790"/>
                  <a:pt x="4026390" y="174983"/>
                  <a:pt x="4020562" y="231143"/>
                </a:cubicBezTo>
                <a:cubicBezTo>
                  <a:pt x="4014860" y="285717"/>
                  <a:pt x="4006498" y="343464"/>
                  <a:pt x="4019168" y="393470"/>
                </a:cubicBezTo>
                <a:cubicBezTo>
                  <a:pt x="4042480" y="482184"/>
                  <a:pt x="4024236" y="566457"/>
                  <a:pt x="4014100" y="651618"/>
                </a:cubicBezTo>
                <a:cubicBezTo>
                  <a:pt x="4001874" y="734926"/>
                  <a:pt x="4003635" y="819681"/>
                  <a:pt x="4019295" y="902406"/>
                </a:cubicBezTo>
                <a:cubicBezTo>
                  <a:pt x="4031711" y="960787"/>
                  <a:pt x="4031711" y="1020184"/>
                  <a:pt x="4033231" y="1078946"/>
                </a:cubicBezTo>
                <a:cubicBezTo>
                  <a:pt x="4034118" y="1115753"/>
                  <a:pt x="4020562" y="1153193"/>
                  <a:pt x="4011566" y="1189872"/>
                </a:cubicBezTo>
                <a:cubicBezTo>
                  <a:pt x="3995476" y="1256123"/>
                  <a:pt x="3989648" y="1323388"/>
                  <a:pt x="4011566" y="1387989"/>
                </a:cubicBezTo>
                <a:lnTo>
                  <a:pt x="4038599" y="1495613"/>
                </a:lnTo>
                <a:lnTo>
                  <a:pt x="4038599" y="1746509"/>
                </a:lnTo>
                <a:lnTo>
                  <a:pt x="4038283" y="1749734"/>
                </a:lnTo>
                <a:cubicBezTo>
                  <a:pt x="4035575" y="1779147"/>
                  <a:pt x="4032408" y="1808464"/>
                  <a:pt x="4026896" y="1837274"/>
                </a:cubicBezTo>
                <a:cubicBezTo>
                  <a:pt x="4008779" y="1932843"/>
                  <a:pt x="4015240" y="2027776"/>
                  <a:pt x="4029684" y="2121948"/>
                </a:cubicBezTo>
                <a:cubicBezTo>
                  <a:pt x="4039832" y="2200637"/>
                  <a:pt x="4040934" y="2280226"/>
                  <a:pt x="4032978" y="2359155"/>
                </a:cubicBezTo>
                <a:lnTo>
                  <a:pt x="4023519" y="2496030"/>
                </a:lnTo>
                <a:lnTo>
                  <a:pt x="0" y="2496030"/>
                </a:lnTo>
                <a:lnTo>
                  <a:pt x="0" y="12459"/>
                </a:lnTo>
                <a:lnTo>
                  <a:pt x="17104" y="15006"/>
                </a:lnTo>
                <a:cubicBezTo>
                  <a:pt x="83627" y="15006"/>
                  <a:pt x="150022" y="12263"/>
                  <a:pt x="216416" y="7824"/>
                </a:cubicBezTo>
                <a:cubicBezTo>
                  <a:pt x="361434" y="-156"/>
                  <a:pt x="506837" y="3162"/>
                  <a:pt x="651370" y="17748"/>
                </a:cubicBezTo>
                <a:cubicBezTo>
                  <a:pt x="753623" y="25440"/>
                  <a:pt x="856335" y="24213"/>
                  <a:pt x="958396" y="14092"/>
                </a:cubicBezTo>
                <a:cubicBezTo>
                  <a:pt x="1145682" y="-1710"/>
                  <a:pt x="1332584" y="10958"/>
                  <a:pt x="1519486" y="21666"/>
                </a:cubicBezTo>
                <a:cubicBezTo>
                  <a:pt x="1700504" y="32113"/>
                  <a:pt x="1881394" y="24408"/>
                  <a:pt x="2062411" y="17487"/>
                </a:cubicBezTo>
                <a:cubicBezTo>
                  <a:pt x="2196255" y="12394"/>
                  <a:pt x="2330459" y="249"/>
                  <a:pt x="2464753" y="4"/>
                </a:cubicBezTo>
                <a:close/>
              </a:path>
            </a:pathLst>
          </a:custGeom>
        </p:spPr>
        <p:txBody>
          <a:bodyPr wrap="square" anchor="ctr">
            <a:noAutofit/>
          </a:bodyPr>
          <a:lstStyle>
            <a:lvl1pPr algn="ctr">
              <a:buNone/>
              <a:defRPr sz="2400"/>
            </a:lvl1pPr>
          </a:lstStyle>
          <a:p>
            <a:r>
              <a:rPr lang="en-US"/>
              <a:t>Click icon to add picture</a:t>
            </a:r>
            <a:endParaRPr lang="en-US" dirty="0"/>
          </a:p>
        </p:txBody>
      </p:sp>
      <p:sp>
        <p:nvSpPr>
          <p:cNvPr id="16" name="Picture Placeholder 15">
            <a:extLst>
              <a:ext uri="{FF2B5EF4-FFF2-40B4-BE49-F238E27FC236}">
                <a16:creationId xmlns:a16="http://schemas.microsoft.com/office/drawing/2014/main" id="{2ABE113B-49CB-42B2-AC93-B3DF04407878}"/>
              </a:ext>
            </a:extLst>
          </p:cNvPr>
          <p:cNvSpPr>
            <a:spLocks noGrp="1"/>
          </p:cNvSpPr>
          <p:nvPr>
            <p:ph type="pic" sz="quarter" idx="13"/>
          </p:nvPr>
        </p:nvSpPr>
        <p:spPr>
          <a:xfrm>
            <a:off x="0" y="0"/>
            <a:ext cx="4041336" cy="4193763"/>
          </a:xfrm>
          <a:custGeom>
            <a:avLst/>
            <a:gdLst>
              <a:gd name="connsiteX0" fmla="*/ 0 w 4041336"/>
              <a:gd name="connsiteY0" fmla="*/ 0 h 4193763"/>
              <a:gd name="connsiteX1" fmla="*/ 4019848 w 4041336"/>
              <a:gd name="connsiteY1" fmla="*/ 0 h 4193763"/>
              <a:gd name="connsiteX2" fmla="*/ 4021195 w 4041336"/>
              <a:gd name="connsiteY2" fmla="*/ 11419 h 4193763"/>
              <a:gd name="connsiteX3" fmla="*/ 4037665 w 4041336"/>
              <a:gd name="connsiteY3" fmla="*/ 264364 h 4193763"/>
              <a:gd name="connsiteX4" fmla="*/ 4034118 w 4041336"/>
              <a:gd name="connsiteY4" fmla="*/ 574168 h 4193763"/>
              <a:gd name="connsiteX5" fmla="*/ 4026263 w 4041336"/>
              <a:gd name="connsiteY5" fmla="*/ 838028 h 4193763"/>
              <a:gd name="connsiteX6" fmla="*/ 4026263 w 4041336"/>
              <a:gd name="connsiteY6" fmla="*/ 847166 h 4193763"/>
              <a:gd name="connsiteX7" fmla="*/ 4026263 w 4041336"/>
              <a:gd name="connsiteY7" fmla="*/ 1138186 h 4193763"/>
              <a:gd name="connsiteX8" fmla="*/ 4024109 w 4041336"/>
              <a:gd name="connsiteY8" fmla="*/ 1259137 h 4193763"/>
              <a:gd name="connsiteX9" fmla="*/ 4016887 w 4041336"/>
              <a:gd name="connsiteY9" fmla="*/ 1412960 h 4193763"/>
              <a:gd name="connsiteX10" fmla="*/ 4026263 w 4041336"/>
              <a:gd name="connsiteY10" fmla="*/ 1539116 h 4193763"/>
              <a:gd name="connsiteX11" fmla="*/ 4024869 w 4041336"/>
              <a:gd name="connsiteY11" fmla="*/ 1823155 h 4193763"/>
              <a:gd name="connsiteX12" fmla="*/ 4017014 w 4041336"/>
              <a:gd name="connsiteY12" fmla="*/ 2154154 h 4193763"/>
              <a:gd name="connsiteX13" fmla="*/ 4017014 w 4041336"/>
              <a:gd name="connsiteY13" fmla="*/ 2421948 h 4193763"/>
              <a:gd name="connsiteX14" fmla="*/ 4029684 w 4041336"/>
              <a:gd name="connsiteY14" fmla="*/ 2667279 h 4193763"/>
              <a:gd name="connsiteX15" fmla="*/ 4019421 w 4041336"/>
              <a:gd name="connsiteY15" fmla="*/ 2956268 h 4193763"/>
              <a:gd name="connsiteX16" fmla="*/ 4022082 w 4041336"/>
              <a:gd name="connsiteY16" fmla="*/ 3094480 h 4193763"/>
              <a:gd name="connsiteX17" fmla="*/ 4027656 w 4041336"/>
              <a:gd name="connsiteY17" fmla="*/ 3260614 h 4193763"/>
              <a:gd name="connsiteX18" fmla="*/ 4009412 w 4041336"/>
              <a:gd name="connsiteY18" fmla="*/ 3538181 h 4193763"/>
              <a:gd name="connsiteX19" fmla="*/ 4031711 w 4041336"/>
              <a:gd name="connsiteY19" fmla="*/ 3694923 h 4193763"/>
              <a:gd name="connsiteX20" fmla="*/ 4038425 w 4041336"/>
              <a:gd name="connsiteY20" fmla="*/ 3836308 h 4193763"/>
              <a:gd name="connsiteX21" fmla="*/ 4029810 w 4041336"/>
              <a:gd name="connsiteY21" fmla="*/ 3956245 h 4193763"/>
              <a:gd name="connsiteX22" fmla="*/ 4013847 w 4041336"/>
              <a:gd name="connsiteY22" fmla="*/ 4114764 h 4193763"/>
              <a:gd name="connsiteX23" fmla="*/ 4010970 w 4041336"/>
              <a:gd name="connsiteY23" fmla="*/ 4161894 h 4193763"/>
              <a:gd name="connsiteX24" fmla="*/ 4002764 w 4041336"/>
              <a:gd name="connsiteY24" fmla="*/ 4161042 h 4193763"/>
              <a:gd name="connsiteX25" fmla="*/ 3868108 w 4041336"/>
              <a:gd name="connsiteY25" fmla="*/ 4163980 h 4193763"/>
              <a:gd name="connsiteX26" fmla="*/ 3174741 w 4041336"/>
              <a:gd name="connsiteY26" fmla="*/ 4175341 h 4193763"/>
              <a:gd name="connsiteX27" fmla="*/ 2247906 w 4041336"/>
              <a:gd name="connsiteY27" fmla="*/ 4167376 h 4193763"/>
              <a:gd name="connsiteX28" fmla="*/ 2057934 w 4041336"/>
              <a:gd name="connsiteY28" fmla="*/ 4175733 h 4193763"/>
              <a:gd name="connsiteX29" fmla="*/ 1797729 w 4041336"/>
              <a:gd name="connsiteY29" fmla="*/ 4165547 h 4193763"/>
              <a:gd name="connsiteX30" fmla="*/ 1485458 w 4041336"/>
              <a:gd name="connsiteY30" fmla="*/ 4175995 h 4193763"/>
              <a:gd name="connsiteX31" fmla="*/ 949185 w 4041336"/>
              <a:gd name="connsiteY31" fmla="*/ 4186181 h 4193763"/>
              <a:gd name="connsiteX32" fmla="*/ 357136 w 4041336"/>
              <a:gd name="connsiteY32" fmla="*/ 4175995 h 4193763"/>
              <a:gd name="connsiteX33" fmla="*/ 0 w 4041336"/>
              <a:gd name="connsiteY33" fmla="*/ 4175060 h 4193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4041336" h="4193763">
                <a:moveTo>
                  <a:pt x="0" y="0"/>
                </a:moveTo>
                <a:lnTo>
                  <a:pt x="4019848" y="0"/>
                </a:lnTo>
                <a:lnTo>
                  <a:pt x="4021195" y="11419"/>
                </a:lnTo>
                <a:cubicBezTo>
                  <a:pt x="4036145" y="95184"/>
                  <a:pt x="4033611" y="180091"/>
                  <a:pt x="4037665" y="264364"/>
                </a:cubicBezTo>
                <a:cubicBezTo>
                  <a:pt x="4042480" y="367421"/>
                  <a:pt x="4036399" y="470858"/>
                  <a:pt x="4034118" y="574168"/>
                </a:cubicBezTo>
                <a:cubicBezTo>
                  <a:pt x="4032344" y="662121"/>
                  <a:pt x="4023602" y="749948"/>
                  <a:pt x="4026263" y="838028"/>
                </a:cubicBezTo>
                <a:cubicBezTo>
                  <a:pt x="4026453" y="841074"/>
                  <a:pt x="4026453" y="844120"/>
                  <a:pt x="4026263" y="847166"/>
                </a:cubicBezTo>
                <a:cubicBezTo>
                  <a:pt x="4018154" y="944003"/>
                  <a:pt x="4018154" y="1041348"/>
                  <a:pt x="4026263" y="1138186"/>
                </a:cubicBezTo>
                <a:cubicBezTo>
                  <a:pt x="4028835" y="1178494"/>
                  <a:pt x="4028113" y="1218943"/>
                  <a:pt x="4024109" y="1259137"/>
                </a:cubicBezTo>
                <a:cubicBezTo>
                  <a:pt x="4020308" y="1310285"/>
                  <a:pt x="4008145" y="1362194"/>
                  <a:pt x="4016887" y="1412960"/>
                </a:cubicBezTo>
                <a:cubicBezTo>
                  <a:pt x="4022576" y="1454780"/>
                  <a:pt x="4025705" y="1496916"/>
                  <a:pt x="4026263" y="1539116"/>
                </a:cubicBezTo>
                <a:cubicBezTo>
                  <a:pt x="4030697" y="1633542"/>
                  <a:pt x="4026516" y="1728475"/>
                  <a:pt x="4024869" y="1823155"/>
                </a:cubicBezTo>
                <a:cubicBezTo>
                  <a:pt x="4023095" y="1933446"/>
                  <a:pt x="4025883" y="2043737"/>
                  <a:pt x="4017014" y="2154154"/>
                </a:cubicBezTo>
                <a:cubicBezTo>
                  <a:pt x="4012136" y="2243351"/>
                  <a:pt x="4012136" y="2332751"/>
                  <a:pt x="4017014" y="2421948"/>
                </a:cubicBezTo>
                <a:cubicBezTo>
                  <a:pt x="4019421" y="2503683"/>
                  <a:pt x="4031711" y="2584656"/>
                  <a:pt x="4029684" y="2667279"/>
                </a:cubicBezTo>
                <a:cubicBezTo>
                  <a:pt x="4027276" y="2763608"/>
                  <a:pt x="4015874" y="2859684"/>
                  <a:pt x="4019421" y="2956268"/>
                </a:cubicBezTo>
                <a:cubicBezTo>
                  <a:pt x="4021068" y="3002339"/>
                  <a:pt x="4021195" y="3048410"/>
                  <a:pt x="4022082" y="3094480"/>
                </a:cubicBezTo>
                <a:cubicBezTo>
                  <a:pt x="4023222" y="3149943"/>
                  <a:pt x="4033231" y="3205278"/>
                  <a:pt x="4027656" y="3260614"/>
                </a:cubicBezTo>
                <a:cubicBezTo>
                  <a:pt x="4018408" y="3352883"/>
                  <a:pt x="3994462" y="3443628"/>
                  <a:pt x="4009412" y="3538181"/>
                </a:cubicBezTo>
                <a:cubicBezTo>
                  <a:pt x="4017647" y="3590217"/>
                  <a:pt x="4026896" y="3642380"/>
                  <a:pt x="4031711" y="3694923"/>
                </a:cubicBezTo>
                <a:cubicBezTo>
                  <a:pt x="4035892" y="3741882"/>
                  <a:pt x="4046407" y="3789603"/>
                  <a:pt x="4038425" y="3836308"/>
                </a:cubicBezTo>
                <a:cubicBezTo>
                  <a:pt x="4031584" y="3876287"/>
                  <a:pt x="4035131" y="3916266"/>
                  <a:pt x="4029810" y="3956245"/>
                </a:cubicBezTo>
                <a:cubicBezTo>
                  <a:pt x="4022842" y="4008661"/>
                  <a:pt x="4019168" y="4061966"/>
                  <a:pt x="4013847" y="4114764"/>
                </a:cubicBezTo>
                <a:lnTo>
                  <a:pt x="4010970" y="4161894"/>
                </a:lnTo>
                <a:lnTo>
                  <a:pt x="4002764" y="4161042"/>
                </a:lnTo>
                <a:cubicBezTo>
                  <a:pt x="3957904" y="4159210"/>
                  <a:pt x="3912934" y="4160186"/>
                  <a:pt x="3868108" y="4163980"/>
                </a:cubicBezTo>
                <a:cubicBezTo>
                  <a:pt x="3637072" y="4178737"/>
                  <a:pt x="3405779" y="4172076"/>
                  <a:pt x="3174741" y="4175341"/>
                </a:cubicBezTo>
                <a:cubicBezTo>
                  <a:pt x="2865668" y="4179782"/>
                  <a:pt x="2556851" y="4168420"/>
                  <a:pt x="2247906" y="4167376"/>
                </a:cubicBezTo>
                <a:cubicBezTo>
                  <a:pt x="2184582" y="4167115"/>
                  <a:pt x="2121002" y="4170510"/>
                  <a:pt x="2057934" y="4175733"/>
                </a:cubicBezTo>
                <a:cubicBezTo>
                  <a:pt x="1970560" y="4182786"/>
                  <a:pt x="1884336" y="4173905"/>
                  <a:pt x="1797729" y="4165547"/>
                </a:cubicBezTo>
                <a:cubicBezTo>
                  <a:pt x="1693340" y="4155492"/>
                  <a:pt x="1589207" y="4164372"/>
                  <a:pt x="1485458" y="4175995"/>
                </a:cubicBezTo>
                <a:cubicBezTo>
                  <a:pt x="1307344" y="4195571"/>
                  <a:pt x="1127888" y="4198979"/>
                  <a:pt x="949185" y="4186181"/>
                </a:cubicBezTo>
                <a:cubicBezTo>
                  <a:pt x="751793" y="4172468"/>
                  <a:pt x="554529" y="4174950"/>
                  <a:pt x="357136" y="4175995"/>
                </a:cubicBezTo>
                <a:lnTo>
                  <a:pt x="0" y="4175060"/>
                </a:lnTo>
                <a:close/>
              </a:path>
            </a:pathLst>
          </a:custGeom>
        </p:spPr>
        <p:txBody>
          <a:bodyPr wrap="square" anchor="ctr">
            <a:noAutofit/>
          </a:bodyPr>
          <a:lstStyle>
            <a:lvl1pPr algn="ctr">
              <a:buNone/>
              <a:defRPr sz="2400"/>
            </a:lvl1pPr>
          </a:lstStyle>
          <a:p>
            <a:r>
              <a:rPr lang="en-US"/>
              <a:t>Click icon to add picture</a:t>
            </a:r>
            <a:endParaRPr lang="en-US" dirty="0"/>
          </a:p>
        </p:txBody>
      </p:sp>
      <p:sp>
        <p:nvSpPr>
          <p:cNvPr id="2" name="Title 1">
            <a:extLst>
              <a:ext uri="{FF2B5EF4-FFF2-40B4-BE49-F238E27FC236}">
                <a16:creationId xmlns:a16="http://schemas.microsoft.com/office/drawing/2014/main" id="{465D02BC-5A24-47F7-A4DF-B93FBC0C51B0}"/>
              </a:ext>
            </a:extLst>
          </p:cNvPr>
          <p:cNvSpPr>
            <a:spLocks noGrp="1"/>
          </p:cNvSpPr>
          <p:nvPr>
            <p:ph type="title" hasCustomPrompt="1"/>
          </p:nvPr>
        </p:nvSpPr>
        <p:spPr>
          <a:xfrm>
            <a:off x="4654296" y="329184"/>
            <a:ext cx="6894576" cy="1783080"/>
          </a:xfrm>
        </p:spPr>
        <p:txBody>
          <a:bodyPr anchor="b"/>
          <a:lstStyle>
            <a:lvl1pPr>
              <a:defRPr sz="7200"/>
            </a:lvl1pPr>
          </a:lstStyle>
          <a:p>
            <a:r>
              <a:rPr lang="en-US" dirty="0"/>
              <a:t>title</a:t>
            </a:r>
          </a:p>
        </p:txBody>
      </p:sp>
      <p:sp>
        <p:nvSpPr>
          <p:cNvPr id="3" name="Content Placeholder 2">
            <a:extLst>
              <a:ext uri="{FF2B5EF4-FFF2-40B4-BE49-F238E27FC236}">
                <a16:creationId xmlns:a16="http://schemas.microsoft.com/office/drawing/2014/main" id="{48E9219E-EE74-4093-94D6-F663E059C504}"/>
              </a:ext>
            </a:extLst>
          </p:cNvPr>
          <p:cNvSpPr>
            <a:spLocks noGrp="1"/>
          </p:cNvSpPr>
          <p:nvPr>
            <p:ph idx="1"/>
          </p:nvPr>
        </p:nvSpPr>
        <p:spPr>
          <a:xfrm>
            <a:off x="4654296" y="2706624"/>
            <a:ext cx="6894576" cy="3483864"/>
          </a:xfrm>
        </p:spPr>
        <p:txBody>
          <a:bodyPr>
            <a:normAutofit/>
          </a:bodyPr>
          <a:lstStyle>
            <a:lvl1pPr marL="0" indent="0">
              <a:buNone/>
              <a:defRPr sz="2400"/>
            </a:lvl1pPr>
            <a:lvl2pPr marL="228600">
              <a:defRPr sz="2000"/>
            </a:lvl2pPr>
            <a:lvl3pPr marL="457200">
              <a:defRPr sz="1800"/>
            </a:lvl3pPr>
            <a:lvl4pPr marL="685800">
              <a:defRPr sz="1600"/>
            </a:lvl4pPr>
            <a:lvl5pPr marL="914400">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9E6D4DFD-766F-4E45-A00C-2B5E8CE9A908}"/>
              </a:ext>
            </a:extLst>
          </p:cNvPr>
          <p:cNvSpPr>
            <a:spLocks noGrp="1"/>
          </p:cNvSpPr>
          <p:nvPr>
            <p:ph type="sldNum" sz="quarter" idx="12"/>
          </p:nvPr>
        </p:nvSpPr>
        <p:spPr>
          <a:xfrm>
            <a:off x="8641080" y="6356350"/>
            <a:ext cx="2743200" cy="365125"/>
          </a:xfrm>
        </p:spPr>
        <p:txBody>
          <a:bodyPr/>
          <a:lstStyle>
            <a:lvl1pPr>
              <a:defRPr>
                <a:solidFill>
                  <a:schemeClr val="tx1"/>
                </a:solidFill>
              </a:defRPr>
            </a:lvl1pPr>
          </a:lstStyle>
          <a:p>
            <a:fld id="{2C18C1E5-FB55-42F5-BD6D-9CC153FCDBE6}" type="slidenum">
              <a:rPr lang="en-US" smtClean="0"/>
              <a:pPr/>
              <a:t>‹#›</a:t>
            </a:fld>
            <a:endParaRPr lang="en-US" dirty="0"/>
          </a:p>
        </p:txBody>
      </p:sp>
      <p:sp>
        <p:nvSpPr>
          <p:cNvPr id="7" name="Rectangle 6" descr="Tag=AccentColor&#10;Flavor=Light&#10;Target=FillAndLine">
            <a:extLst>
              <a:ext uri="{FF2B5EF4-FFF2-40B4-BE49-F238E27FC236}">
                <a16:creationId xmlns:a16="http://schemas.microsoft.com/office/drawing/2014/main" id="{9B1377BC-1A5F-4113-953E-30CA51FC6F91}"/>
              </a:ext>
            </a:extLst>
          </p:cNvPr>
          <p:cNvSpPr/>
          <p:nvPr userDrawn="1"/>
        </p:nvSpPr>
        <p:spPr>
          <a:xfrm>
            <a:off x="4654296" y="2395728"/>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accent1"/>
          </a:solidFill>
          <a:ln w="38100" cap="rnd">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0138034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Freeform: Shape 6" descr="Tag=AccentColor&#10;Flavor=Light&#10;Target=Fill">
            <a:extLst>
              <a:ext uri="{FF2B5EF4-FFF2-40B4-BE49-F238E27FC236}">
                <a16:creationId xmlns:a16="http://schemas.microsoft.com/office/drawing/2014/main" id="{CB56F624-1B75-47D6-8B9E-1F3E7840AE13}"/>
              </a:ext>
            </a:extLst>
          </p:cNvPr>
          <p:cNvSpPr>
            <a:spLocks noChangeAspect="1"/>
          </p:cNvSpPr>
          <p:nvPr userDrawn="1"/>
        </p:nvSpPr>
        <p:spPr>
          <a:xfrm>
            <a:off x="807242" y="612648"/>
            <a:ext cx="10577516" cy="5566372"/>
          </a:xfrm>
          <a:custGeom>
            <a:avLst/>
            <a:gdLst>
              <a:gd name="connsiteX0" fmla="*/ 2871593 w 10577516"/>
              <a:gd name="connsiteY0" fmla="*/ 5218333 h 5566372"/>
              <a:gd name="connsiteX1" fmla="*/ 3890441 w 10577516"/>
              <a:gd name="connsiteY1" fmla="*/ 5441298 h 5566372"/>
              <a:gd name="connsiteX2" fmla="*/ 4931282 w 10577516"/>
              <a:gd name="connsiteY2" fmla="*/ 5506891 h 5566372"/>
              <a:gd name="connsiteX3" fmla="*/ 2871593 w 10577516"/>
              <a:gd name="connsiteY3" fmla="*/ 5218333 h 5566372"/>
              <a:gd name="connsiteX4" fmla="*/ 4720395 w 10577516"/>
              <a:gd name="connsiteY4" fmla="*/ 128662 h 5566372"/>
              <a:gd name="connsiteX5" fmla="*/ 3554723 w 10577516"/>
              <a:gd name="connsiteY5" fmla="*/ 250059 h 5566372"/>
              <a:gd name="connsiteX6" fmla="*/ 2497230 w 10577516"/>
              <a:gd name="connsiteY6" fmla="*/ 530354 h 5566372"/>
              <a:gd name="connsiteX7" fmla="*/ 2960194 w 10577516"/>
              <a:gd name="connsiteY7" fmla="*/ 403237 h 5566372"/>
              <a:gd name="connsiteX8" fmla="*/ 3980314 w 10577516"/>
              <a:gd name="connsiteY8" fmla="*/ 212560 h 5566372"/>
              <a:gd name="connsiteX9" fmla="*/ 4677428 w 10577516"/>
              <a:gd name="connsiteY9" fmla="*/ 139593 h 5566372"/>
              <a:gd name="connsiteX10" fmla="*/ 4760675 w 10577516"/>
              <a:gd name="connsiteY10" fmla="*/ 134906 h 5566372"/>
              <a:gd name="connsiteX11" fmla="*/ 4792997 w 10577516"/>
              <a:gd name="connsiteY11" fmla="*/ 130123 h 5566372"/>
              <a:gd name="connsiteX12" fmla="*/ 4798006 w 10577516"/>
              <a:gd name="connsiteY12" fmla="*/ 130828 h 5566372"/>
              <a:gd name="connsiteX13" fmla="*/ 4798006 w 10577516"/>
              <a:gd name="connsiteY13" fmla="*/ 129381 h 5566372"/>
              <a:gd name="connsiteX14" fmla="*/ 4792997 w 10577516"/>
              <a:gd name="connsiteY14" fmla="*/ 130123 h 5566372"/>
              <a:gd name="connsiteX15" fmla="*/ 4788863 w 10577516"/>
              <a:gd name="connsiteY15" fmla="*/ 129541 h 5566372"/>
              <a:gd name="connsiteX16" fmla="*/ 4720395 w 10577516"/>
              <a:gd name="connsiteY16" fmla="*/ 128662 h 5566372"/>
              <a:gd name="connsiteX17" fmla="*/ 6438297 w 10577516"/>
              <a:gd name="connsiteY17" fmla="*/ 19 h 5566372"/>
              <a:gd name="connsiteX18" fmla="*/ 7523724 w 10577516"/>
              <a:gd name="connsiteY18" fmla="*/ 104129 h 5566372"/>
              <a:gd name="connsiteX19" fmla="*/ 8525668 w 10577516"/>
              <a:gd name="connsiteY19" fmla="*/ 421922 h 5566372"/>
              <a:gd name="connsiteX20" fmla="*/ 9518204 w 10577516"/>
              <a:gd name="connsiteY20" fmla="*/ 1055605 h 5566372"/>
              <a:gd name="connsiteX21" fmla="*/ 10008242 w 10577516"/>
              <a:gd name="connsiteY21" fmla="*/ 1589500 h 5566372"/>
              <a:gd name="connsiteX22" fmla="*/ 10325274 w 10577516"/>
              <a:gd name="connsiteY22" fmla="*/ 2051574 h 5566372"/>
              <a:gd name="connsiteX23" fmla="*/ 10565908 w 10577516"/>
              <a:gd name="connsiteY23" fmla="*/ 2649028 h 5566372"/>
              <a:gd name="connsiteX24" fmla="*/ 10542137 w 10577516"/>
              <a:gd name="connsiteY24" fmla="*/ 2966823 h 5566372"/>
              <a:gd name="connsiteX25" fmla="*/ 10513789 w 10577516"/>
              <a:gd name="connsiteY25" fmla="*/ 3066355 h 5566372"/>
              <a:gd name="connsiteX26" fmla="*/ 10417308 w 10577516"/>
              <a:gd name="connsiteY26" fmla="*/ 3369150 h 5566372"/>
              <a:gd name="connsiteX27" fmla="*/ 9794430 w 10577516"/>
              <a:gd name="connsiteY27" fmla="*/ 4220840 h 5566372"/>
              <a:gd name="connsiteX28" fmla="*/ 8719522 w 10577516"/>
              <a:gd name="connsiteY28" fmla="*/ 4888463 h 5566372"/>
              <a:gd name="connsiteX29" fmla="*/ 7693808 w 10577516"/>
              <a:gd name="connsiteY29" fmla="*/ 5234223 h 5566372"/>
              <a:gd name="connsiteX30" fmla="*/ 7092669 w 10577516"/>
              <a:gd name="connsiteY30" fmla="*/ 5363248 h 5566372"/>
              <a:gd name="connsiteX31" fmla="*/ 6240978 w 10577516"/>
              <a:gd name="connsiteY31" fmla="*/ 5507272 h 5566372"/>
              <a:gd name="connsiteX32" fmla="*/ 5462508 w 10577516"/>
              <a:gd name="connsiteY32" fmla="*/ 5559010 h 5566372"/>
              <a:gd name="connsiteX33" fmla="*/ 4386329 w 10577516"/>
              <a:gd name="connsiteY33" fmla="*/ 5548839 h 5566372"/>
              <a:gd name="connsiteX34" fmla="*/ 3501461 w 10577516"/>
              <a:gd name="connsiteY34" fmla="*/ 5432782 h 5566372"/>
              <a:gd name="connsiteX35" fmla="*/ 2624348 w 10577516"/>
              <a:gd name="connsiteY35" fmla="*/ 5200409 h 5566372"/>
              <a:gd name="connsiteX36" fmla="*/ 2221385 w 10577516"/>
              <a:gd name="connsiteY36" fmla="*/ 5053589 h 5566372"/>
              <a:gd name="connsiteX37" fmla="*/ 1173934 w 10577516"/>
              <a:gd name="connsiteY37" fmla="*/ 4636388 h 5566372"/>
              <a:gd name="connsiteX38" fmla="*/ 438176 w 10577516"/>
              <a:gd name="connsiteY38" fmla="*/ 4080883 h 5566372"/>
              <a:gd name="connsiteX39" fmla="*/ 18687 w 10577516"/>
              <a:gd name="connsiteY39" fmla="*/ 2942161 h 5566372"/>
              <a:gd name="connsiteX40" fmla="*/ 0 w 10577516"/>
              <a:gd name="connsiteY40" fmla="*/ 2832713 h 5566372"/>
              <a:gd name="connsiteX41" fmla="*/ 0 w 10577516"/>
              <a:gd name="connsiteY41" fmla="*/ 2747290 h 5566372"/>
              <a:gd name="connsiteX42" fmla="*/ 14746 w 10577516"/>
              <a:gd name="connsiteY42" fmla="*/ 2661993 h 5566372"/>
              <a:gd name="connsiteX43" fmla="*/ 292753 w 10577516"/>
              <a:gd name="connsiteY43" fmla="*/ 1968947 h 5566372"/>
              <a:gd name="connsiteX44" fmla="*/ 923893 w 10577516"/>
              <a:gd name="connsiteY44" fmla="*/ 1299417 h 5566372"/>
              <a:gd name="connsiteX45" fmla="*/ 2035538 w 10577516"/>
              <a:gd name="connsiteY45" fmla="*/ 648828 h 5566372"/>
              <a:gd name="connsiteX46" fmla="*/ 3545571 w 10577516"/>
              <a:gd name="connsiteY46" fmla="*/ 196289 h 5566372"/>
              <a:gd name="connsiteX47" fmla="*/ 5211705 w 10577516"/>
              <a:gd name="connsiteY47" fmla="*/ 78323 h 5566372"/>
              <a:gd name="connsiteX48" fmla="*/ 5467720 w 10577516"/>
              <a:gd name="connsiteY48" fmla="*/ 77052 h 5566372"/>
              <a:gd name="connsiteX49" fmla="*/ 6073564 w 10577516"/>
              <a:gd name="connsiteY49" fmla="*/ 11840 h 5566372"/>
              <a:gd name="connsiteX50" fmla="*/ 6438297 w 10577516"/>
              <a:gd name="connsiteY50" fmla="*/ 19 h 5566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0577516" h="5566372">
                <a:moveTo>
                  <a:pt x="2871593" y="5218333"/>
                </a:moveTo>
                <a:cubicBezTo>
                  <a:pt x="2990956" y="5269180"/>
                  <a:pt x="3517223" y="5383586"/>
                  <a:pt x="3890441" y="5441298"/>
                </a:cubicBezTo>
                <a:cubicBezTo>
                  <a:pt x="4162855" y="5483248"/>
                  <a:pt x="4828063" y="5526341"/>
                  <a:pt x="4931282" y="5506891"/>
                </a:cubicBezTo>
                <a:cubicBezTo>
                  <a:pt x="4236330" y="5449560"/>
                  <a:pt x="3552816" y="5364900"/>
                  <a:pt x="2871593" y="5218333"/>
                </a:cubicBezTo>
                <a:close/>
                <a:moveTo>
                  <a:pt x="4720395" y="128662"/>
                </a:moveTo>
                <a:cubicBezTo>
                  <a:pt x="4329266" y="138551"/>
                  <a:pt x="3939509" y="179153"/>
                  <a:pt x="3554723" y="250059"/>
                </a:cubicBezTo>
                <a:cubicBezTo>
                  <a:pt x="3195336" y="315207"/>
                  <a:pt x="2841707" y="408943"/>
                  <a:pt x="2497230" y="530354"/>
                </a:cubicBezTo>
                <a:cubicBezTo>
                  <a:pt x="2650917" y="485354"/>
                  <a:pt x="2804728" y="441372"/>
                  <a:pt x="2960194" y="403237"/>
                </a:cubicBezTo>
                <a:cubicBezTo>
                  <a:pt x="3296586" y="321538"/>
                  <a:pt x="3637121" y="257890"/>
                  <a:pt x="3980314" y="212560"/>
                </a:cubicBezTo>
                <a:cubicBezTo>
                  <a:pt x="4212050" y="181797"/>
                  <a:pt x="4444422" y="158280"/>
                  <a:pt x="4677428" y="139593"/>
                </a:cubicBezTo>
                <a:cubicBezTo>
                  <a:pt x="4704949" y="137369"/>
                  <a:pt x="4732915" y="137369"/>
                  <a:pt x="4760675" y="134906"/>
                </a:cubicBezTo>
                <a:lnTo>
                  <a:pt x="4792997" y="130123"/>
                </a:lnTo>
                <a:lnTo>
                  <a:pt x="4798006" y="130828"/>
                </a:lnTo>
                <a:lnTo>
                  <a:pt x="4798006" y="129381"/>
                </a:lnTo>
                <a:lnTo>
                  <a:pt x="4792997" y="130123"/>
                </a:lnTo>
                <a:lnTo>
                  <a:pt x="4788863" y="129541"/>
                </a:lnTo>
                <a:cubicBezTo>
                  <a:pt x="4766106" y="127801"/>
                  <a:pt x="4743237" y="127505"/>
                  <a:pt x="4720395" y="128662"/>
                </a:cubicBezTo>
                <a:close/>
                <a:moveTo>
                  <a:pt x="6438297" y="19"/>
                </a:moveTo>
                <a:cubicBezTo>
                  <a:pt x="6802322" y="-887"/>
                  <a:pt x="7164203" y="31671"/>
                  <a:pt x="7523724" y="104129"/>
                </a:cubicBezTo>
                <a:cubicBezTo>
                  <a:pt x="7868594" y="172060"/>
                  <a:pt x="8204694" y="278661"/>
                  <a:pt x="8525668" y="421922"/>
                </a:cubicBezTo>
                <a:cubicBezTo>
                  <a:pt x="8886414" y="582180"/>
                  <a:pt x="9221001" y="795802"/>
                  <a:pt x="9518204" y="1055605"/>
                </a:cubicBezTo>
                <a:cubicBezTo>
                  <a:pt x="9701176" y="1214502"/>
                  <a:pt x="9865578" y="1393612"/>
                  <a:pt x="10008242" y="1589500"/>
                </a:cubicBezTo>
                <a:cubicBezTo>
                  <a:pt x="10117308" y="1741190"/>
                  <a:pt x="10222982" y="1895218"/>
                  <a:pt x="10325274" y="2051574"/>
                </a:cubicBezTo>
                <a:cubicBezTo>
                  <a:pt x="10446215" y="2231789"/>
                  <a:pt x="10528180" y="2435291"/>
                  <a:pt x="10565908" y="2649028"/>
                </a:cubicBezTo>
                <a:cubicBezTo>
                  <a:pt x="10584595" y="2757459"/>
                  <a:pt x="10583451" y="2862839"/>
                  <a:pt x="10542137" y="2966823"/>
                </a:cubicBezTo>
                <a:cubicBezTo>
                  <a:pt x="10530023" y="2999186"/>
                  <a:pt x="10520540" y="3032466"/>
                  <a:pt x="10513789" y="3066355"/>
                </a:cubicBezTo>
                <a:cubicBezTo>
                  <a:pt x="10490298" y="3169843"/>
                  <a:pt x="10458023" y="3271142"/>
                  <a:pt x="10417308" y="3369150"/>
                </a:cubicBezTo>
                <a:cubicBezTo>
                  <a:pt x="10279257" y="3703851"/>
                  <a:pt x="10062140" y="3980714"/>
                  <a:pt x="9794430" y="4220840"/>
                </a:cubicBezTo>
                <a:cubicBezTo>
                  <a:pt x="9475364" y="4506346"/>
                  <a:pt x="9109391" y="4716599"/>
                  <a:pt x="8719522" y="4888463"/>
                </a:cubicBezTo>
                <a:cubicBezTo>
                  <a:pt x="8388126" y="5034394"/>
                  <a:pt x="8044526" y="5145368"/>
                  <a:pt x="7693808" y="5234223"/>
                </a:cubicBezTo>
                <a:cubicBezTo>
                  <a:pt x="7495123" y="5285070"/>
                  <a:pt x="7294022" y="5324223"/>
                  <a:pt x="7092669" y="5363248"/>
                </a:cubicBezTo>
                <a:cubicBezTo>
                  <a:pt x="6809577" y="5418035"/>
                  <a:pt x="6527120" y="5474730"/>
                  <a:pt x="6240978" y="5507272"/>
                </a:cubicBezTo>
                <a:cubicBezTo>
                  <a:pt x="5982166" y="5536509"/>
                  <a:pt x="5722845" y="5554814"/>
                  <a:pt x="5462508" y="5559010"/>
                </a:cubicBezTo>
                <a:cubicBezTo>
                  <a:pt x="5103782" y="5564730"/>
                  <a:pt x="4744928" y="5576298"/>
                  <a:pt x="4386329" y="5548839"/>
                </a:cubicBezTo>
                <a:cubicBezTo>
                  <a:pt x="4089394" y="5527103"/>
                  <a:pt x="3793960" y="5488344"/>
                  <a:pt x="3501461" y="5432782"/>
                </a:cubicBezTo>
                <a:cubicBezTo>
                  <a:pt x="3204247" y="5374930"/>
                  <a:pt x="2911229" y="5297299"/>
                  <a:pt x="2624348" y="5200409"/>
                </a:cubicBezTo>
                <a:cubicBezTo>
                  <a:pt x="2488841" y="5154775"/>
                  <a:pt x="2358417" y="5094775"/>
                  <a:pt x="2221385" y="5053589"/>
                </a:cubicBezTo>
                <a:cubicBezTo>
                  <a:pt x="1859988" y="4945157"/>
                  <a:pt x="1506856" y="4815878"/>
                  <a:pt x="1173934" y="4636388"/>
                </a:cubicBezTo>
                <a:cubicBezTo>
                  <a:pt x="900250" y="4488931"/>
                  <a:pt x="647539" y="4313508"/>
                  <a:pt x="438176" y="4080883"/>
                </a:cubicBezTo>
                <a:cubicBezTo>
                  <a:pt x="146695" y="3757114"/>
                  <a:pt x="3178" y="3378811"/>
                  <a:pt x="18687" y="2942161"/>
                </a:cubicBezTo>
                <a:cubicBezTo>
                  <a:pt x="19582" y="2904814"/>
                  <a:pt x="13236" y="2867645"/>
                  <a:pt x="0" y="2832713"/>
                </a:cubicBezTo>
                <a:lnTo>
                  <a:pt x="0" y="2747290"/>
                </a:lnTo>
                <a:cubicBezTo>
                  <a:pt x="13474" y="2720341"/>
                  <a:pt x="10296" y="2690468"/>
                  <a:pt x="14746" y="2661993"/>
                </a:cubicBezTo>
                <a:cubicBezTo>
                  <a:pt x="54533" y="2409665"/>
                  <a:pt x="152923" y="2181106"/>
                  <a:pt x="292753" y="1968947"/>
                </a:cubicBezTo>
                <a:cubicBezTo>
                  <a:pt x="464108" y="1708991"/>
                  <a:pt x="680970" y="1491747"/>
                  <a:pt x="923893" y="1299417"/>
                </a:cubicBezTo>
                <a:cubicBezTo>
                  <a:pt x="1263678" y="1030182"/>
                  <a:pt x="1638930" y="820945"/>
                  <a:pt x="2035538" y="648828"/>
                </a:cubicBezTo>
                <a:cubicBezTo>
                  <a:pt x="2521001" y="438575"/>
                  <a:pt x="3025660" y="291755"/>
                  <a:pt x="3545571" y="196289"/>
                </a:cubicBezTo>
                <a:cubicBezTo>
                  <a:pt x="4094899" y="95674"/>
                  <a:pt x="4653670" y="56116"/>
                  <a:pt x="5211705" y="78323"/>
                </a:cubicBezTo>
                <a:cubicBezTo>
                  <a:pt x="5297128" y="81756"/>
                  <a:pt x="5383313" y="88620"/>
                  <a:pt x="5467720" y="77052"/>
                </a:cubicBezTo>
                <a:cubicBezTo>
                  <a:pt x="5669076" y="49467"/>
                  <a:pt x="5870557" y="24299"/>
                  <a:pt x="6073564" y="11840"/>
                </a:cubicBezTo>
                <a:cubicBezTo>
                  <a:pt x="6195374" y="4340"/>
                  <a:pt x="6316955" y="320"/>
                  <a:pt x="6438297" y="19"/>
                </a:cubicBezTo>
                <a:close/>
              </a:path>
            </a:pathLst>
          </a:custGeom>
          <a:solidFill>
            <a:schemeClr val="accent1"/>
          </a:solidFill>
          <a:ln w="9525"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465D02BC-5A24-47F7-A4DF-B93FBC0C51B0}"/>
              </a:ext>
            </a:extLst>
          </p:cNvPr>
          <p:cNvSpPr>
            <a:spLocks noGrp="1"/>
          </p:cNvSpPr>
          <p:nvPr>
            <p:ph type="title" hasCustomPrompt="1"/>
          </p:nvPr>
        </p:nvSpPr>
        <p:spPr>
          <a:xfrm>
            <a:off x="2066544" y="1911096"/>
            <a:ext cx="8055864" cy="2075688"/>
          </a:xfrm>
        </p:spPr>
        <p:txBody>
          <a:bodyPr anchor="b"/>
          <a:lstStyle>
            <a:lvl1pPr algn="ctr">
              <a:defRPr sz="8000">
                <a:solidFill>
                  <a:schemeClr val="bg1"/>
                </a:solidFill>
              </a:defRPr>
            </a:lvl1pPr>
          </a:lstStyle>
          <a:p>
            <a:r>
              <a:rPr lang="en-US" dirty="0"/>
              <a:t>Title</a:t>
            </a:r>
          </a:p>
        </p:txBody>
      </p:sp>
      <p:sp>
        <p:nvSpPr>
          <p:cNvPr id="11" name="Rectangle 6">
            <a:extLst>
              <a:ext uri="{FF2B5EF4-FFF2-40B4-BE49-F238E27FC236}">
                <a16:creationId xmlns:a16="http://schemas.microsoft.com/office/drawing/2014/main" id="{EC686F5F-8990-4C72-9CE5-9517854EA994}"/>
              </a:ext>
            </a:extLst>
          </p:cNvPr>
          <p:cNvSpPr/>
          <p:nvPr userDrawn="1"/>
        </p:nvSpPr>
        <p:spPr>
          <a:xfrm>
            <a:off x="3974206" y="4173498"/>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bg1"/>
          </a:solidFill>
          <a:ln w="38100" cap="rnd">
            <a:solidFill>
              <a:schemeClr val="bg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12">
            <a:extLst>
              <a:ext uri="{FF2B5EF4-FFF2-40B4-BE49-F238E27FC236}">
                <a16:creationId xmlns:a16="http://schemas.microsoft.com/office/drawing/2014/main" id="{1BBF36E3-BC05-42D6-BE88-CFA8276D6AAD}"/>
              </a:ext>
            </a:extLst>
          </p:cNvPr>
          <p:cNvSpPr>
            <a:spLocks noGrp="1"/>
          </p:cNvSpPr>
          <p:nvPr>
            <p:ph type="body" sz="quarter" idx="13" hasCustomPrompt="1"/>
          </p:nvPr>
        </p:nvSpPr>
        <p:spPr>
          <a:xfrm>
            <a:off x="3227832" y="4352544"/>
            <a:ext cx="5733288" cy="932688"/>
          </a:xfrm>
        </p:spPr>
        <p:txBody>
          <a:bodyPr/>
          <a:lstStyle>
            <a:lvl1pPr algn="ctr">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Subtitle</a:t>
            </a:r>
          </a:p>
        </p:txBody>
      </p:sp>
    </p:spTree>
    <p:extLst>
      <p:ext uri="{BB962C8B-B14F-4D97-AF65-F5344CB8AC3E}">
        <p14:creationId xmlns:p14="http://schemas.microsoft.com/office/powerpoint/2010/main" val="29157733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D02BC-5A24-47F7-A4DF-B93FBC0C51B0}"/>
              </a:ext>
            </a:extLst>
          </p:cNvPr>
          <p:cNvSpPr>
            <a:spLocks noGrp="1"/>
          </p:cNvSpPr>
          <p:nvPr>
            <p:ph type="title"/>
          </p:nvPr>
        </p:nvSpPr>
        <p:spPr>
          <a:xfrm>
            <a:off x="768096" y="365125"/>
            <a:ext cx="10515600" cy="1325563"/>
          </a:xfrm>
        </p:spPr>
        <p:txBody>
          <a:bodyPr/>
          <a:lstStyle>
            <a:lvl1pPr>
              <a:defRPr sz="5400"/>
            </a:lvl1pPr>
          </a:lstStyle>
          <a:p>
            <a:r>
              <a:rPr lang="en-US"/>
              <a:t>Click to edit Master title style</a:t>
            </a:r>
          </a:p>
        </p:txBody>
      </p:sp>
      <p:sp>
        <p:nvSpPr>
          <p:cNvPr id="3" name="Content Placeholder 2">
            <a:extLst>
              <a:ext uri="{FF2B5EF4-FFF2-40B4-BE49-F238E27FC236}">
                <a16:creationId xmlns:a16="http://schemas.microsoft.com/office/drawing/2014/main" id="{48E9219E-EE74-4093-94D6-F663E059C504}"/>
              </a:ext>
            </a:extLst>
          </p:cNvPr>
          <p:cNvSpPr>
            <a:spLocks noGrp="1"/>
          </p:cNvSpPr>
          <p:nvPr>
            <p:ph idx="1"/>
          </p:nvPr>
        </p:nvSpPr>
        <p:spPr>
          <a:xfrm>
            <a:off x="838200" y="2075688"/>
            <a:ext cx="10515600" cy="4105656"/>
          </a:xfrm>
        </p:spPr>
        <p:txBody>
          <a:bodyPr>
            <a:normAutofit/>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2AD2029B-6646-4DBF-A302-76A513FC64DB}"/>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9E6D4DFD-766F-4E45-A00C-2B5E8CE9A908}"/>
              </a:ext>
            </a:extLst>
          </p:cNvPr>
          <p:cNvSpPr>
            <a:spLocks noGrp="1"/>
          </p:cNvSpPr>
          <p:nvPr>
            <p:ph type="sldNum" sz="quarter" idx="12"/>
          </p:nvPr>
        </p:nvSpPr>
        <p:spPr/>
        <p:txBody>
          <a:bodyPr/>
          <a:lstStyle/>
          <a:p>
            <a:fld id="{2C18C1E5-FB55-42F5-BD6D-9CC153FCDBE6}" type="slidenum">
              <a:rPr lang="en-US" smtClean="0"/>
              <a:t>‹#›</a:t>
            </a:fld>
            <a:endParaRPr lang="en-US" dirty="0"/>
          </a:p>
        </p:txBody>
      </p:sp>
      <p:sp>
        <p:nvSpPr>
          <p:cNvPr id="8" name="Rectangle 7" descr="Tag=AccentColor&#10;Flavor=Light&#10;Target=FillAndLine">
            <a:extLst>
              <a:ext uri="{FF2B5EF4-FFF2-40B4-BE49-F238E27FC236}">
                <a16:creationId xmlns:a16="http://schemas.microsoft.com/office/drawing/2014/main" id="{EBDD1931-9E86-4402-9A68-33A2D9EFB198}"/>
              </a:ext>
            </a:extLst>
          </p:cNvPr>
          <p:cNvSpPr/>
          <p:nvPr/>
        </p:nvSpPr>
        <p:spPr>
          <a:xfrm>
            <a:off x="838199" y="1709928"/>
            <a:ext cx="10515600" cy="27432"/>
          </a:xfrm>
          <a:custGeom>
            <a:avLst/>
            <a:gdLst>
              <a:gd name="connsiteX0" fmla="*/ 0 w 10515600"/>
              <a:gd name="connsiteY0" fmla="*/ 0 h 27432"/>
              <a:gd name="connsiteX1" fmla="*/ 552069 w 10515600"/>
              <a:gd name="connsiteY1" fmla="*/ 0 h 27432"/>
              <a:gd name="connsiteX2" fmla="*/ 893826 w 10515600"/>
              <a:gd name="connsiteY2" fmla="*/ 0 h 27432"/>
              <a:gd name="connsiteX3" fmla="*/ 1761363 w 10515600"/>
              <a:gd name="connsiteY3" fmla="*/ 0 h 27432"/>
              <a:gd name="connsiteX4" fmla="*/ 2313432 w 10515600"/>
              <a:gd name="connsiteY4" fmla="*/ 0 h 27432"/>
              <a:gd name="connsiteX5" fmla="*/ 2865501 w 10515600"/>
              <a:gd name="connsiteY5" fmla="*/ 0 h 27432"/>
              <a:gd name="connsiteX6" fmla="*/ 3733038 w 10515600"/>
              <a:gd name="connsiteY6" fmla="*/ 0 h 27432"/>
              <a:gd name="connsiteX7" fmla="*/ 4179951 w 10515600"/>
              <a:gd name="connsiteY7" fmla="*/ 0 h 27432"/>
              <a:gd name="connsiteX8" fmla="*/ 5047488 w 10515600"/>
              <a:gd name="connsiteY8" fmla="*/ 0 h 27432"/>
              <a:gd name="connsiteX9" fmla="*/ 5915025 w 10515600"/>
              <a:gd name="connsiteY9" fmla="*/ 0 h 27432"/>
              <a:gd name="connsiteX10" fmla="*/ 6572250 w 10515600"/>
              <a:gd name="connsiteY10" fmla="*/ 0 h 27432"/>
              <a:gd name="connsiteX11" fmla="*/ 7439787 w 10515600"/>
              <a:gd name="connsiteY11" fmla="*/ 0 h 27432"/>
              <a:gd name="connsiteX12" fmla="*/ 7991856 w 10515600"/>
              <a:gd name="connsiteY12" fmla="*/ 0 h 27432"/>
              <a:gd name="connsiteX13" fmla="*/ 8543925 w 10515600"/>
              <a:gd name="connsiteY13" fmla="*/ 0 h 27432"/>
              <a:gd name="connsiteX14" fmla="*/ 9306306 w 10515600"/>
              <a:gd name="connsiteY14" fmla="*/ 0 h 27432"/>
              <a:gd name="connsiteX15" fmla="*/ 9858375 w 10515600"/>
              <a:gd name="connsiteY15" fmla="*/ 0 h 27432"/>
              <a:gd name="connsiteX16" fmla="*/ 10515600 w 10515600"/>
              <a:gd name="connsiteY16" fmla="*/ 0 h 27432"/>
              <a:gd name="connsiteX17" fmla="*/ 10515600 w 10515600"/>
              <a:gd name="connsiteY17" fmla="*/ 27432 h 27432"/>
              <a:gd name="connsiteX18" fmla="*/ 9753219 w 10515600"/>
              <a:gd name="connsiteY18" fmla="*/ 27432 h 27432"/>
              <a:gd name="connsiteX19" fmla="*/ 9411462 w 10515600"/>
              <a:gd name="connsiteY19" fmla="*/ 27432 h 27432"/>
              <a:gd name="connsiteX20" fmla="*/ 8964549 w 10515600"/>
              <a:gd name="connsiteY20" fmla="*/ 27432 h 27432"/>
              <a:gd name="connsiteX21" fmla="*/ 8097012 w 10515600"/>
              <a:gd name="connsiteY21" fmla="*/ 27432 h 27432"/>
              <a:gd name="connsiteX22" fmla="*/ 7439787 w 10515600"/>
              <a:gd name="connsiteY22" fmla="*/ 27432 h 27432"/>
              <a:gd name="connsiteX23" fmla="*/ 6992874 w 10515600"/>
              <a:gd name="connsiteY23" fmla="*/ 27432 h 27432"/>
              <a:gd name="connsiteX24" fmla="*/ 6335649 w 10515600"/>
              <a:gd name="connsiteY24" fmla="*/ 27432 h 27432"/>
              <a:gd name="connsiteX25" fmla="*/ 5993892 w 10515600"/>
              <a:gd name="connsiteY25" fmla="*/ 27432 h 27432"/>
              <a:gd name="connsiteX26" fmla="*/ 5652135 w 10515600"/>
              <a:gd name="connsiteY26" fmla="*/ 27432 h 27432"/>
              <a:gd name="connsiteX27" fmla="*/ 4994910 w 10515600"/>
              <a:gd name="connsiteY27" fmla="*/ 27432 h 27432"/>
              <a:gd name="connsiteX28" fmla="*/ 4547997 w 10515600"/>
              <a:gd name="connsiteY28" fmla="*/ 27432 h 27432"/>
              <a:gd name="connsiteX29" fmla="*/ 3785616 w 10515600"/>
              <a:gd name="connsiteY29" fmla="*/ 27432 h 27432"/>
              <a:gd name="connsiteX30" fmla="*/ 3338703 w 10515600"/>
              <a:gd name="connsiteY30" fmla="*/ 27432 h 27432"/>
              <a:gd name="connsiteX31" fmla="*/ 2576322 w 10515600"/>
              <a:gd name="connsiteY31" fmla="*/ 27432 h 27432"/>
              <a:gd name="connsiteX32" fmla="*/ 2234565 w 10515600"/>
              <a:gd name="connsiteY32" fmla="*/ 27432 h 27432"/>
              <a:gd name="connsiteX33" fmla="*/ 1472184 w 10515600"/>
              <a:gd name="connsiteY33" fmla="*/ 27432 h 27432"/>
              <a:gd name="connsiteX34" fmla="*/ 1025271 w 10515600"/>
              <a:gd name="connsiteY34" fmla="*/ 27432 h 27432"/>
              <a:gd name="connsiteX35" fmla="*/ 683514 w 10515600"/>
              <a:gd name="connsiteY35" fmla="*/ 27432 h 27432"/>
              <a:gd name="connsiteX36" fmla="*/ 0 w 10515600"/>
              <a:gd name="connsiteY36" fmla="*/ 27432 h 27432"/>
              <a:gd name="connsiteX37" fmla="*/ 0 w 10515600"/>
              <a:gd name="connsiteY37"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515600" h="27432"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noFill/>
          <a:ln w="38100" cap="rnd">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8764385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7" name="Freeform: Shape 6" descr="Tag=AccentColor&#10;Flavor=Light&#10;Target=Fill">
            <a:extLst>
              <a:ext uri="{FF2B5EF4-FFF2-40B4-BE49-F238E27FC236}">
                <a16:creationId xmlns:a16="http://schemas.microsoft.com/office/drawing/2014/main" id="{76F9E1DA-21B7-46CB-A98B-FA0C2179E1DE}"/>
              </a:ext>
            </a:extLst>
          </p:cNvPr>
          <p:cNvSpPr/>
          <p:nvPr userDrawn="1"/>
        </p:nvSpPr>
        <p:spPr>
          <a:xfrm>
            <a:off x="0" y="1"/>
            <a:ext cx="12192000" cy="6054983"/>
          </a:xfrm>
          <a:custGeom>
            <a:avLst/>
            <a:gdLst>
              <a:gd name="connsiteX0" fmla="*/ 6788003 w 12188952"/>
              <a:gd name="connsiteY0" fmla="*/ 5986774 h 6054983"/>
              <a:gd name="connsiteX1" fmla="*/ 6787005 w 12188952"/>
              <a:gd name="connsiteY1" fmla="*/ 5986852 h 6054983"/>
              <a:gd name="connsiteX2" fmla="*/ 6786779 w 12188952"/>
              <a:gd name="connsiteY2" fmla="*/ 5987386 h 6054983"/>
              <a:gd name="connsiteX3" fmla="*/ 0 w 12188952"/>
              <a:gd name="connsiteY3" fmla="*/ 0 h 6054983"/>
              <a:gd name="connsiteX4" fmla="*/ 12188952 w 12188952"/>
              <a:gd name="connsiteY4" fmla="*/ 0 h 6054983"/>
              <a:gd name="connsiteX5" fmla="*/ 12188952 w 12188952"/>
              <a:gd name="connsiteY5" fmla="*/ 5092539 h 6054983"/>
              <a:gd name="connsiteX6" fmla="*/ 12058081 w 12188952"/>
              <a:gd name="connsiteY6" fmla="*/ 5131579 h 6054983"/>
              <a:gd name="connsiteX7" fmla="*/ 11673881 w 12188952"/>
              <a:gd name="connsiteY7" fmla="*/ 5235154 h 6054983"/>
              <a:gd name="connsiteX8" fmla="*/ 10422749 w 12188952"/>
              <a:gd name="connsiteY8" fmla="*/ 5518693 h 6054983"/>
              <a:gd name="connsiteX9" fmla="*/ 9421666 w 12188952"/>
              <a:gd name="connsiteY9" fmla="*/ 5693855 h 6054983"/>
              <a:gd name="connsiteX10" fmla="*/ 8456304 w 12188952"/>
              <a:gd name="connsiteY10" fmla="*/ 5827556 h 6054983"/>
              <a:gd name="connsiteX11" fmla="*/ 7714041 w 12188952"/>
              <a:gd name="connsiteY11" fmla="*/ 5907503 h 6054983"/>
              <a:gd name="connsiteX12" fmla="*/ 6949978 w 12188952"/>
              <a:gd name="connsiteY12" fmla="*/ 5973283 h 6054983"/>
              <a:gd name="connsiteX13" fmla="*/ 6934569 w 12188952"/>
              <a:gd name="connsiteY13" fmla="*/ 5975354 h 6054983"/>
              <a:gd name="connsiteX14" fmla="*/ 6788750 w 12188952"/>
              <a:gd name="connsiteY14" fmla="*/ 5986715 h 6054983"/>
              <a:gd name="connsiteX15" fmla="*/ 6798241 w 12188952"/>
              <a:gd name="connsiteY15" fmla="*/ 5988535 h 6054983"/>
              <a:gd name="connsiteX16" fmla="*/ 6833723 w 12188952"/>
              <a:gd name="connsiteY16" fmla="*/ 5986828 h 6054983"/>
              <a:gd name="connsiteX17" fmla="*/ 6882282 w 12188952"/>
              <a:gd name="connsiteY17" fmla="*/ 5983850 h 6054983"/>
              <a:gd name="connsiteX18" fmla="*/ 7576876 w 12188952"/>
              <a:gd name="connsiteY18" fmla="*/ 5951323 h 6054983"/>
              <a:gd name="connsiteX19" fmla="*/ 8621689 w 12188952"/>
              <a:gd name="connsiteY19" fmla="*/ 5864426 h 6054983"/>
              <a:gd name="connsiteX20" fmla="*/ 9477600 w 12188952"/>
              <a:gd name="connsiteY20" fmla="*/ 5760520 h 6054983"/>
              <a:gd name="connsiteX21" fmla="*/ 10626651 w 12188952"/>
              <a:gd name="connsiteY21" fmla="*/ 5566363 h 6054983"/>
              <a:gd name="connsiteX22" fmla="*/ 11995498 w 12188952"/>
              <a:gd name="connsiteY22" fmla="*/ 5240369 h 6054983"/>
              <a:gd name="connsiteX23" fmla="*/ 12188952 w 12188952"/>
              <a:gd name="connsiteY23" fmla="*/ 5183370 h 6054983"/>
              <a:gd name="connsiteX24" fmla="*/ 12188952 w 12188952"/>
              <a:gd name="connsiteY24" fmla="*/ 5238107 h 6054983"/>
              <a:gd name="connsiteX25" fmla="*/ 11826300 w 12188952"/>
              <a:gd name="connsiteY25" fmla="*/ 5343406 h 6054983"/>
              <a:gd name="connsiteX26" fmla="*/ 10936448 w 12188952"/>
              <a:gd name="connsiteY26" fmla="*/ 5557921 h 6054983"/>
              <a:gd name="connsiteX27" fmla="*/ 9983034 w 12188952"/>
              <a:gd name="connsiteY27" fmla="*/ 5737926 h 6054983"/>
              <a:gd name="connsiteX28" fmla="*/ 9184585 w 12188952"/>
              <a:gd name="connsiteY28" fmla="*/ 5853873 h 6054983"/>
              <a:gd name="connsiteX29" fmla="*/ 8576053 w 12188952"/>
              <a:gd name="connsiteY29" fmla="*/ 5923392 h 6054983"/>
              <a:gd name="connsiteX30" fmla="*/ 7862392 w 12188952"/>
              <a:gd name="connsiteY30" fmla="*/ 5984843 h 6054983"/>
              <a:gd name="connsiteX31" fmla="*/ 6933768 w 12188952"/>
              <a:gd name="connsiteY31" fmla="*/ 6036237 h 6054983"/>
              <a:gd name="connsiteX32" fmla="*/ 6476130 w 12188952"/>
              <a:gd name="connsiteY32" fmla="*/ 6050140 h 6054983"/>
              <a:gd name="connsiteX33" fmla="*/ 6360703 w 12188952"/>
              <a:gd name="connsiteY33" fmla="*/ 6054983 h 6054983"/>
              <a:gd name="connsiteX34" fmla="*/ 6055614 w 12188952"/>
              <a:gd name="connsiteY34" fmla="*/ 6054983 h 6054983"/>
              <a:gd name="connsiteX35" fmla="*/ 5976289 w 12188952"/>
              <a:gd name="connsiteY35" fmla="*/ 6050389 h 6054983"/>
              <a:gd name="connsiteX36" fmla="*/ 5263770 w 12188952"/>
              <a:gd name="connsiteY36" fmla="*/ 6014140 h 6054983"/>
              <a:gd name="connsiteX37" fmla="*/ 4345190 w 12188952"/>
              <a:gd name="connsiteY37" fmla="*/ 5952070 h 6054983"/>
              <a:gd name="connsiteX38" fmla="*/ 3372201 w 12188952"/>
              <a:gd name="connsiteY38" fmla="*/ 5853501 h 6054983"/>
              <a:gd name="connsiteX39" fmla="*/ 2361582 w 12188952"/>
              <a:gd name="connsiteY39" fmla="*/ 5734574 h 6054983"/>
              <a:gd name="connsiteX40" fmla="*/ 1232869 w 12188952"/>
              <a:gd name="connsiteY40" fmla="*/ 5561398 h 6054983"/>
              <a:gd name="connsiteX41" fmla="*/ 68483 w 12188952"/>
              <a:gd name="connsiteY41" fmla="*/ 5321691 h 6054983"/>
              <a:gd name="connsiteX42" fmla="*/ 0 w 12188952"/>
              <a:gd name="connsiteY42" fmla="*/ 5304336 h 6054983"/>
              <a:gd name="connsiteX43" fmla="*/ 0 w 12188952"/>
              <a:gd name="connsiteY43" fmla="*/ 5247847 h 6054983"/>
              <a:gd name="connsiteX44" fmla="*/ 72423 w 12188952"/>
              <a:gd name="connsiteY44" fmla="*/ 5266624 h 6054983"/>
              <a:gd name="connsiteX45" fmla="*/ 600566 w 12188952"/>
              <a:gd name="connsiteY45" fmla="*/ 5384994 h 6054983"/>
              <a:gd name="connsiteX46" fmla="*/ 1769069 w 12188952"/>
              <a:gd name="connsiteY46" fmla="*/ 5595162 h 6054983"/>
              <a:gd name="connsiteX47" fmla="*/ 2612900 w 12188952"/>
              <a:gd name="connsiteY47" fmla="*/ 5712104 h 6054983"/>
              <a:gd name="connsiteX48" fmla="*/ 2580488 w 12188952"/>
              <a:gd name="connsiteY48" fmla="*/ 5702173 h 6054983"/>
              <a:gd name="connsiteX49" fmla="*/ 1112357 w 12188952"/>
              <a:gd name="connsiteY49" fmla="*/ 5369476 h 6054983"/>
              <a:gd name="connsiteX50" fmla="*/ 420307 w 12188952"/>
              <a:gd name="connsiteY50" fmla="*/ 5170043 h 6054983"/>
              <a:gd name="connsiteX51" fmla="*/ 0 w 12188952"/>
              <a:gd name="connsiteY51" fmla="*/ 5031126 h 6054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88952" h="6054983">
                <a:moveTo>
                  <a:pt x="6788003" y="5986774"/>
                </a:moveTo>
                <a:lnTo>
                  <a:pt x="6787005" y="5986852"/>
                </a:lnTo>
                <a:lnTo>
                  <a:pt x="6786779" y="5987386"/>
                </a:lnTo>
                <a:close/>
                <a:moveTo>
                  <a:pt x="0" y="0"/>
                </a:moveTo>
                <a:lnTo>
                  <a:pt x="12188952" y="0"/>
                </a:lnTo>
                <a:lnTo>
                  <a:pt x="12188952" y="5092539"/>
                </a:lnTo>
                <a:lnTo>
                  <a:pt x="12058081" y="5131579"/>
                </a:lnTo>
                <a:cubicBezTo>
                  <a:pt x="11930517" y="5167793"/>
                  <a:pt x="11802439" y="5202322"/>
                  <a:pt x="11673881" y="5235154"/>
                </a:cubicBezTo>
                <a:cubicBezTo>
                  <a:pt x="11259973" y="5342661"/>
                  <a:pt x="10842632" y="5436263"/>
                  <a:pt x="10422749" y="5518693"/>
                </a:cubicBezTo>
                <a:cubicBezTo>
                  <a:pt x="10090287" y="5583904"/>
                  <a:pt x="9756593" y="5642301"/>
                  <a:pt x="9421666" y="5693855"/>
                </a:cubicBezTo>
                <a:cubicBezTo>
                  <a:pt x="9100721" y="5743512"/>
                  <a:pt x="8778938" y="5788079"/>
                  <a:pt x="8456304" y="5827556"/>
                </a:cubicBezTo>
                <a:cubicBezTo>
                  <a:pt x="8209307" y="5857722"/>
                  <a:pt x="7961801" y="5883295"/>
                  <a:pt x="7714041" y="5907503"/>
                </a:cubicBezTo>
                <a:lnTo>
                  <a:pt x="6949978" y="5973283"/>
                </a:lnTo>
                <a:lnTo>
                  <a:pt x="6934569" y="5975354"/>
                </a:lnTo>
                <a:lnTo>
                  <a:pt x="6788750" y="5986715"/>
                </a:lnTo>
                <a:lnTo>
                  <a:pt x="6798241" y="5988535"/>
                </a:lnTo>
                <a:cubicBezTo>
                  <a:pt x="6809920" y="5989001"/>
                  <a:pt x="6822028" y="5986828"/>
                  <a:pt x="6833723" y="5986828"/>
                </a:cubicBezTo>
                <a:cubicBezTo>
                  <a:pt x="6849867" y="5986828"/>
                  <a:pt x="6866012" y="5984221"/>
                  <a:pt x="6882282" y="5983850"/>
                </a:cubicBezTo>
                <a:cubicBezTo>
                  <a:pt x="7114026" y="5978388"/>
                  <a:pt x="7345514" y="5966221"/>
                  <a:pt x="7576876" y="5951323"/>
                </a:cubicBezTo>
                <a:cubicBezTo>
                  <a:pt x="7925570" y="5928855"/>
                  <a:pt x="8274011" y="5900676"/>
                  <a:pt x="8621689" y="5864426"/>
                </a:cubicBezTo>
                <a:cubicBezTo>
                  <a:pt x="8907712" y="5835128"/>
                  <a:pt x="9193011" y="5800493"/>
                  <a:pt x="9477600" y="5760520"/>
                </a:cubicBezTo>
                <a:cubicBezTo>
                  <a:pt x="9862435" y="5706146"/>
                  <a:pt x="10245452" y="5641432"/>
                  <a:pt x="10626651" y="5566363"/>
                </a:cubicBezTo>
                <a:cubicBezTo>
                  <a:pt x="11087341" y="5475243"/>
                  <a:pt x="11544088" y="5367737"/>
                  <a:pt x="11995498" y="5240369"/>
                </a:cubicBezTo>
                <a:lnTo>
                  <a:pt x="12188952" y="5183370"/>
                </a:lnTo>
                <a:lnTo>
                  <a:pt x="12188952" y="5238107"/>
                </a:lnTo>
                <a:lnTo>
                  <a:pt x="11826300" y="5343406"/>
                </a:lnTo>
                <a:cubicBezTo>
                  <a:pt x="11531885" y="5423103"/>
                  <a:pt x="11235310" y="5493989"/>
                  <a:pt x="10936448" y="5557921"/>
                </a:cubicBezTo>
                <a:cubicBezTo>
                  <a:pt x="10620168" y="5625703"/>
                  <a:pt x="10302365" y="5685700"/>
                  <a:pt x="9983034" y="5737926"/>
                </a:cubicBezTo>
                <a:cubicBezTo>
                  <a:pt x="9717606" y="5781375"/>
                  <a:pt x="9451451" y="5820020"/>
                  <a:pt x="9184585" y="5853873"/>
                </a:cubicBezTo>
                <a:cubicBezTo>
                  <a:pt x="8981951" y="5879447"/>
                  <a:pt x="8779319" y="5903530"/>
                  <a:pt x="8576053" y="5923392"/>
                </a:cubicBezTo>
                <a:cubicBezTo>
                  <a:pt x="8338462" y="5946112"/>
                  <a:pt x="8100618" y="5967587"/>
                  <a:pt x="7862392" y="5984843"/>
                </a:cubicBezTo>
                <a:cubicBezTo>
                  <a:pt x="7553105" y="6007187"/>
                  <a:pt x="7243690" y="6025065"/>
                  <a:pt x="6933768" y="6036237"/>
                </a:cubicBezTo>
                <a:cubicBezTo>
                  <a:pt x="6781221" y="6041700"/>
                  <a:pt x="6628676" y="6045548"/>
                  <a:pt x="6476130" y="6050140"/>
                </a:cubicBezTo>
                <a:cubicBezTo>
                  <a:pt x="6437585" y="6048056"/>
                  <a:pt x="6398929" y="6049681"/>
                  <a:pt x="6360703" y="6054983"/>
                </a:cubicBezTo>
                <a:lnTo>
                  <a:pt x="6055614" y="6054983"/>
                </a:lnTo>
                <a:lnTo>
                  <a:pt x="5976289" y="6050389"/>
                </a:lnTo>
                <a:cubicBezTo>
                  <a:pt x="5738826" y="6037976"/>
                  <a:pt x="5501363" y="6024197"/>
                  <a:pt x="5263770" y="6014140"/>
                </a:cubicBezTo>
                <a:cubicBezTo>
                  <a:pt x="4957027" y="6001724"/>
                  <a:pt x="4650663" y="5981244"/>
                  <a:pt x="4345190" y="5952070"/>
                </a:cubicBezTo>
                <a:cubicBezTo>
                  <a:pt x="4020648" y="5921158"/>
                  <a:pt x="3696870" y="5886523"/>
                  <a:pt x="3372201" y="5853501"/>
                </a:cubicBezTo>
                <a:cubicBezTo>
                  <a:pt x="3034653" y="5819239"/>
                  <a:pt x="2697781" y="5779600"/>
                  <a:pt x="2361582" y="5734574"/>
                </a:cubicBezTo>
                <a:cubicBezTo>
                  <a:pt x="1984196" y="5684421"/>
                  <a:pt x="1607962" y="5626695"/>
                  <a:pt x="1232869" y="5561398"/>
                </a:cubicBezTo>
                <a:cubicBezTo>
                  <a:pt x="841970" y="5492685"/>
                  <a:pt x="453644" y="5414197"/>
                  <a:pt x="68483" y="5321691"/>
                </a:cubicBezTo>
                <a:lnTo>
                  <a:pt x="0" y="5304336"/>
                </a:lnTo>
                <a:lnTo>
                  <a:pt x="0" y="5247847"/>
                </a:lnTo>
                <a:lnTo>
                  <a:pt x="72423" y="5266624"/>
                </a:lnTo>
                <a:cubicBezTo>
                  <a:pt x="247899" y="5308802"/>
                  <a:pt x="424058" y="5348062"/>
                  <a:pt x="600566" y="5384994"/>
                </a:cubicBezTo>
                <a:cubicBezTo>
                  <a:pt x="988032" y="5465808"/>
                  <a:pt x="1377788" y="5534706"/>
                  <a:pt x="1769069" y="5595162"/>
                </a:cubicBezTo>
                <a:cubicBezTo>
                  <a:pt x="2051913" y="5638738"/>
                  <a:pt x="2335141" y="5678835"/>
                  <a:pt x="2612900" y="5712104"/>
                </a:cubicBezTo>
                <a:cubicBezTo>
                  <a:pt x="2604892" y="5714711"/>
                  <a:pt x="2593962" y="5704655"/>
                  <a:pt x="2580488" y="5702173"/>
                </a:cubicBezTo>
                <a:cubicBezTo>
                  <a:pt x="2086656" y="5610221"/>
                  <a:pt x="1597284" y="5499328"/>
                  <a:pt x="1112357" y="5369476"/>
                </a:cubicBezTo>
                <a:cubicBezTo>
                  <a:pt x="880233" y="5307405"/>
                  <a:pt x="649550" y="5240927"/>
                  <a:pt x="420307" y="5170043"/>
                </a:cubicBezTo>
                <a:lnTo>
                  <a:pt x="0" y="503112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465D02BC-5A24-47F7-A4DF-B93FBC0C51B0}"/>
              </a:ext>
            </a:extLst>
          </p:cNvPr>
          <p:cNvSpPr>
            <a:spLocks noGrp="1"/>
          </p:cNvSpPr>
          <p:nvPr>
            <p:ph type="title"/>
          </p:nvPr>
        </p:nvSpPr>
        <p:spPr>
          <a:xfrm>
            <a:off x="1527048" y="932688"/>
            <a:ext cx="9144000" cy="2523744"/>
          </a:xfrm>
        </p:spPr>
        <p:txBody>
          <a:bodyPr anchor="b"/>
          <a:lstStyle>
            <a:lvl1pPr algn="ctr">
              <a:defRPr sz="6000">
                <a:solidFill>
                  <a:schemeClr val="bg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2AD2029B-6646-4DBF-A302-76A513FC64DB}"/>
              </a:ext>
            </a:extLst>
          </p:cNvPr>
          <p:cNvSpPr>
            <a:spLocks noGrp="1"/>
          </p:cNvSpPr>
          <p:nvPr>
            <p:ph type="ftr" sz="quarter" idx="11"/>
          </p:nvPr>
        </p:nvSpPr>
        <p:spPr/>
        <p:txBody>
          <a:bodyPr/>
          <a:lstStyle>
            <a:lvl1pPr>
              <a:defRPr>
                <a:solidFill>
                  <a:schemeClr val="tx1"/>
                </a:solidFill>
              </a:defRPr>
            </a:lvl1pPr>
          </a:lstStyle>
          <a:p>
            <a:r>
              <a:rPr lang="en-US" dirty="0"/>
              <a:t>Presentation Title</a:t>
            </a:r>
          </a:p>
        </p:txBody>
      </p:sp>
      <p:sp>
        <p:nvSpPr>
          <p:cNvPr id="6" name="Slide Number Placeholder 5">
            <a:extLst>
              <a:ext uri="{FF2B5EF4-FFF2-40B4-BE49-F238E27FC236}">
                <a16:creationId xmlns:a16="http://schemas.microsoft.com/office/drawing/2014/main" id="{9E6D4DFD-766F-4E45-A00C-2B5E8CE9A908}"/>
              </a:ext>
            </a:extLst>
          </p:cNvPr>
          <p:cNvSpPr>
            <a:spLocks noGrp="1"/>
          </p:cNvSpPr>
          <p:nvPr>
            <p:ph type="sldNum" sz="quarter" idx="12"/>
          </p:nvPr>
        </p:nvSpPr>
        <p:spPr/>
        <p:txBody>
          <a:bodyPr/>
          <a:lstStyle>
            <a:lvl1pPr>
              <a:defRPr>
                <a:solidFill>
                  <a:schemeClr val="tx1"/>
                </a:solidFill>
              </a:defRPr>
            </a:lvl1pPr>
          </a:lstStyle>
          <a:p>
            <a:fld id="{2C18C1E5-FB55-42F5-BD6D-9CC153FCDBE6}" type="slidenum">
              <a:rPr lang="en-US" smtClean="0"/>
              <a:pPr/>
              <a:t>‹#›</a:t>
            </a:fld>
            <a:endParaRPr lang="en-US" dirty="0"/>
          </a:p>
        </p:txBody>
      </p:sp>
      <p:sp>
        <p:nvSpPr>
          <p:cNvPr id="12" name="Rectangle 11">
            <a:extLst>
              <a:ext uri="{FF2B5EF4-FFF2-40B4-BE49-F238E27FC236}">
                <a16:creationId xmlns:a16="http://schemas.microsoft.com/office/drawing/2014/main" id="{9474AF53-8E5D-4CC4-B341-32DDBD4237D3}"/>
              </a:ext>
            </a:extLst>
          </p:cNvPr>
          <p:cNvSpPr/>
          <p:nvPr userDrawn="1"/>
        </p:nvSpPr>
        <p:spPr>
          <a:xfrm>
            <a:off x="3974206" y="3542284"/>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bg1"/>
          </a:solidFill>
          <a:ln w="38100" cap="rnd">
            <a:solidFill>
              <a:schemeClr val="bg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12">
            <a:extLst>
              <a:ext uri="{FF2B5EF4-FFF2-40B4-BE49-F238E27FC236}">
                <a16:creationId xmlns:a16="http://schemas.microsoft.com/office/drawing/2014/main" id="{D9470D2B-C603-4551-B51F-8216C72B2DD5}"/>
              </a:ext>
            </a:extLst>
          </p:cNvPr>
          <p:cNvSpPr>
            <a:spLocks noGrp="1"/>
          </p:cNvSpPr>
          <p:nvPr>
            <p:ph type="body" sz="quarter" idx="13" hasCustomPrompt="1"/>
          </p:nvPr>
        </p:nvSpPr>
        <p:spPr>
          <a:xfrm>
            <a:off x="1527048" y="3694176"/>
            <a:ext cx="9144000" cy="1627632"/>
          </a:xfrm>
        </p:spPr>
        <p:txBody>
          <a:bodyPr/>
          <a:lstStyle>
            <a:lvl1pPr algn="ctr">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Subtitle</a:t>
            </a:r>
          </a:p>
        </p:txBody>
      </p:sp>
    </p:spTree>
    <p:extLst>
      <p:ext uri="{BB962C8B-B14F-4D97-AF65-F5344CB8AC3E}">
        <p14:creationId xmlns:p14="http://schemas.microsoft.com/office/powerpoint/2010/main" val="37443675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31" name="Picture Placeholder 30">
            <a:extLst>
              <a:ext uri="{FF2B5EF4-FFF2-40B4-BE49-F238E27FC236}">
                <a16:creationId xmlns:a16="http://schemas.microsoft.com/office/drawing/2014/main" id="{BCD35F50-8168-4166-90C4-6A55BA443EBF}"/>
              </a:ext>
            </a:extLst>
          </p:cNvPr>
          <p:cNvSpPr>
            <a:spLocks noGrp="1"/>
          </p:cNvSpPr>
          <p:nvPr>
            <p:ph type="pic" sz="quarter" idx="16"/>
          </p:nvPr>
        </p:nvSpPr>
        <p:spPr>
          <a:xfrm>
            <a:off x="7732109" y="3063095"/>
            <a:ext cx="1463039" cy="1479810"/>
          </a:xfrm>
          <a:custGeom>
            <a:avLst/>
            <a:gdLst>
              <a:gd name="connsiteX0" fmla="*/ 866622 w 1463039"/>
              <a:gd name="connsiteY0" fmla="*/ 571 h 1479810"/>
              <a:gd name="connsiteX1" fmla="*/ 964706 w 1463039"/>
              <a:gd name="connsiteY1" fmla="*/ 8669 h 1479810"/>
              <a:gd name="connsiteX2" fmla="*/ 1111825 w 1463039"/>
              <a:gd name="connsiteY2" fmla="*/ 8366 h 1479810"/>
              <a:gd name="connsiteX3" fmla="*/ 1290055 w 1463039"/>
              <a:gd name="connsiteY3" fmla="*/ 8730 h 1479810"/>
              <a:gd name="connsiteX4" fmla="*/ 1417397 w 1463039"/>
              <a:gd name="connsiteY4" fmla="*/ 6608 h 1479810"/>
              <a:gd name="connsiteX5" fmla="*/ 1454473 w 1463039"/>
              <a:gd name="connsiteY5" fmla="*/ 5290 h 1479810"/>
              <a:gd name="connsiteX6" fmla="*/ 1449518 w 1463039"/>
              <a:gd name="connsiteY6" fmla="*/ 94305 h 1479810"/>
              <a:gd name="connsiteX7" fmla="*/ 1454054 w 1463039"/>
              <a:gd name="connsiteY7" fmla="*/ 198723 h 1479810"/>
              <a:gd name="connsiteX8" fmla="*/ 1456615 w 1463039"/>
              <a:gd name="connsiteY8" fmla="*/ 391199 h 1479810"/>
              <a:gd name="connsiteX9" fmla="*/ 1452607 w 1463039"/>
              <a:gd name="connsiteY9" fmla="*/ 565102 h 1479810"/>
              <a:gd name="connsiteX10" fmla="*/ 1461012 w 1463039"/>
              <a:gd name="connsiteY10" fmla="*/ 624834 h 1479810"/>
              <a:gd name="connsiteX11" fmla="*/ 1451383 w 1463039"/>
              <a:gd name="connsiteY11" fmla="*/ 907022 h 1479810"/>
              <a:gd name="connsiteX12" fmla="*/ 1452663 w 1463039"/>
              <a:gd name="connsiteY12" fmla="*/ 1009694 h 1479810"/>
              <a:gd name="connsiteX13" fmla="*/ 1456002 w 1463039"/>
              <a:gd name="connsiteY13" fmla="*/ 1096988 h 1479810"/>
              <a:gd name="connsiteX14" fmla="*/ 1453720 w 1463039"/>
              <a:gd name="connsiteY14" fmla="*/ 1174562 h 1479810"/>
              <a:gd name="connsiteX15" fmla="*/ 1461722 w 1463039"/>
              <a:gd name="connsiteY15" fmla="*/ 1280018 h 1479810"/>
              <a:gd name="connsiteX16" fmla="*/ 1463039 w 1463039"/>
              <a:gd name="connsiteY16" fmla="*/ 1330769 h 1479810"/>
              <a:gd name="connsiteX17" fmla="*/ 1463039 w 1463039"/>
              <a:gd name="connsiteY17" fmla="*/ 1433804 h 1479810"/>
              <a:gd name="connsiteX18" fmla="*/ 1458897 w 1463039"/>
              <a:gd name="connsiteY18" fmla="*/ 1471900 h 1479810"/>
              <a:gd name="connsiteX19" fmla="*/ 1458306 w 1463039"/>
              <a:gd name="connsiteY19" fmla="*/ 1476109 h 1479810"/>
              <a:gd name="connsiteX20" fmla="*/ 1456251 w 1463039"/>
              <a:gd name="connsiteY20" fmla="*/ 1476006 h 1479810"/>
              <a:gd name="connsiteX21" fmla="*/ 1358699 w 1463039"/>
              <a:gd name="connsiteY21" fmla="*/ 1478795 h 1479810"/>
              <a:gd name="connsiteX22" fmla="*/ 1337088 w 1463039"/>
              <a:gd name="connsiteY22" fmla="*/ 1479810 h 1479810"/>
              <a:gd name="connsiteX23" fmla="*/ 1199842 w 1463039"/>
              <a:gd name="connsiteY23" fmla="*/ 1479810 h 1479810"/>
              <a:gd name="connsiteX24" fmla="*/ 1178285 w 1463039"/>
              <a:gd name="connsiteY24" fmla="*/ 1478795 h 1479810"/>
              <a:gd name="connsiteX25" fmla="*/ 859950 w 1463039"/>
              <a:gd name="connsiteY25" fmla="*/ 1471898 h 1479810"/>
              <a:gd name="connsiteX26" fmla="*/ 711774 w 1463039"/>
              <a:gd name="connsiteY26" fmla="*/ 1479810 h 1479810"/>
              <a:gd name="connsiteX27" fmla="*/ 637511 w 1463039"/>
              <a:gd name="connsiteY27" fmla="*/ 1479810 h 1479810"/>
              <a:gd name="connsiteX28" fmla="*/ 500700 w 1463039"/>
              <a:gd name="connsiteY28" fmla="*/ 1474455 h 1479810"/>
              <a:gd name="connsiteX29" fmla="*/ 234328 w 1463039"/>
              <a:gd name="connsiteY29" fmla="*/ 1468257 h 1479810"/>
              <a:gd name="connsiteX30" fmla="*/ 183686 w 1463039"/>
              <a:gd name="connsiteY30" fmla="*/ 1476228 h 1479810"/>
              <a:gd name="connsiteX31" fmla="*/ 157756 w 1463039"/>
              <a:gd name="connsiteY31" fmla="*/ 1479810 h 1479810"/>
              <a:gd name="connsiteX32" fmla="*/ 13214 w 1463039"/>
              <a:gd name="connsiteY32" fmla="*/ 1479810 h 1479810"/>
              <a:gd name="connsiteX33" fmla="*/ 15315 w 1463039"/>
              <a:gd name="connsiteY33" fmla="*/ 1462749 h 1479810"/>
              <a:gd name="connsiteX34" fmla="*/ 11891 w 1463039"/>
              <a:gd name="connsiteY34" fmla="*/ 1410409 h 1479810"/>
              <a:gd name="connsiteX35" fmla="*/ 6411 w 1463039"/>
              <a:gd name="connsiteY35" fmla="*/ 1244508 h 1479810"/>
              <a:gd name="connsiteX36" fmla="*/ 6849 w 1463039"/>
              <a:gd name="connsiteY36" fmla="*/ 1119455 h 1479810"/>
              <a:gd name="connsiteX37" fmla="*/ 6849 w 1463039"/>
              <a:gd name="connsiteY37" fmla="*/ 1060773 h 1479810"/>
              <a:gd name="connsiteX38" fmla="*/ 9698 w 1463039"/>
              <a:gd name="connsiteY38" fmla="*/ 982321 h 1479810"/>
              <a:gd name="connsiteX39" fmla="*/ 4219 w 1463039"/>
              <a:gd name="connsiteY39" fmla="*/ 947592 h 1479810"/>
              <a:gd name="connsiteX40" fmla="*/ 6903 w 1463039"/>
              <a:gd name="connsiteY40" fmla="*/ 858680 h 1479810"/>
              <a:gd name="connsiteX41" fmla="*/ 9808 w 1463039"/>
              <a:gd name="connsiteY41" fmla="*/ 755960 h 1479810"/>
              <a:gd name="connsiteX42" fmla="*/ 10247 w 1463039"/>
              <a:gd name="connsiteY42" fmla="*/ 673166 h 1479810"/>
              <a:gd name="connsiteX43" fmla="*/ 11452 w 1463039"/>
              <a:gd name="connsiteY43" fmla="*/ 516733 h 1479810"/>
              <a:gd name="connsiteX44" fmla="*/ 10465 w 1463039"/>
              <a:gd name="connsiteY44" fmla="*/ 425571 h 1479810"/>
              <a:gd name="connsiteX45" fmla="*/ 10465 w 1463039"/>
              <a:gd name="connsiteY45" fmla="*/ 216366 h 1479810"/>
              <a:gd name="connsiteX46" fmla="*/ 10795 w 1463039"/>
              <a:gd name="connsiteY46" fmla="*/ 104023 h 1479810"/>
              <a:gd name="connsiteX47" fmla="*/ 3534 w 1463039"/>
              <a:gd name="connsiteY47" fmla="*/ 20936 h 1479810"/>
              <a:gd name="connsiteX48" fmla="*/ 3924 w 1463039"/>
              <a:gd name="connsiteY48" fmla="*/ 8444 h 1479810"/>
              <a:gd name="connsiteX49" fmla="*/ 72291 w 1463039"/>
              <a:gd name="connsiteY49" fmla="*/ 7146 h 1479810"/>
              <a:gd name="connsiteX50" fmla="*/ 231770 w 1463039"/>
              <a:gd name="connsiteY50" fmla="*/ 4001 h 1479810"/>
              <a:gd name="connsiteX51" fmla="*/ 364602 w 1463039"/>
              <a:gd name="connsiteY51" fmla="*/ 11882 h 1479810"/>
              <a:gd name="connsiteX52" fmla="*/ 768233 w 1463039"/>
              <a:gd name="connsiteY52" fmla="*/ 2061 h 1479810"/>
              <a:gd name="connsiteX53" fmla="*/ 866622 w 1463039"/>
              <a:gd name="connsiteY53" fmla="*/ 571 h 1479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1463039" h="1479810">
                <a:moveTo>
                  <a:pt x="866622" y="571"/>
                </a:moveTo>
                <a:cubicBezTo>
                  <a:pt x="899405" y="1673"/>
                  <a:pt x="932136" y="4374"/>
                  <a:pt x="964706" y="8669"/>
                </a:cubicBezTo>
                <a:cubicBezTo>
                  <a:pt x="1013529" y="15823"/>
                  <a:pt x="1062766" y="11397"/>
                  <a:pt x="1111825" y="8366"/>
                </a:cubicBezTo>
                <a:cubicBezTo>
                  <a:pt x="1171216" y="4668"/>
                  <a:pt x="1230547" y="2667"/>
                  <a:pt x="1290055" y="8730"/>
                </a:cubicBezTo>
                <a:cubicBezTo>
                  <a:pt x="1332384" y="13094"/>
                  <a:pt x="1374949" y="9033"/>
                  <a:pt x="1417397" y="6608"/>
                </a:cubicBezTo>
                <a:lnTo>
                  <a:pt x="1454473" y="5290"/>
                </a:lnTo>
                <a:lnTo>
                  <a:pt x="1449518" y="94305"/>
                </a:lnTo>
                <a:cubicBezTo>
                  <a:pt x="1449059" y="129134"/>
                  <a:pt x="1450325" y="163951"/>
                  <a:pt x="1454054" y="198723"/>
                </a:cubicBezTo>
                <a:cubicBezTo>
                  <a:pt x="1459999" y="262767"/>
                  <a:pt x="1460856" y="327062"/>
                  <a:pt x="1456615" y="391199"/>
                </a:cubicBezTo>
                <a:cubicBezTo>
                  <a:pt x="1453665" y="449151"/>
                  <a:pt x="1446428" y="507012"/>
                  <a:pt x="1452607" y="565102"/>
                </a:cubicBezTo>
                <a:cubicBezTo>
                  <a:pt x="1454722" y="585089"/>
                  <a:pt x="1459843" y="604710"/>
                  <a:pt x="1461012" y="624834"/>
                </a:cubicBezTo>
                <a:cubicBezTo>
                  <a:pt x="1466578" y="719110"/>
                  <a:pt x="1458229" y="813066"/>
                  <a:pt x="1451383" y="907022"/>
                </a:cubicBezTo>
                <a:cubicBezTo>
                  <a:pt x="1448878" y="941246"/>
                  <a:pt x="1445816" y="975470"/>
                  <a:pt x="1452663" y="1009694"/>
                </a:cubicBezTo>
                <a:cubicBezTo>
                  <a:pt x="1458090" y="1038574"/>
                  <a:pt x="1459209" y="1067889"/>
                  <a:pt x="1456002" y="1096988"/>
                </a:cubicBezTo>
                <a:cubicBezTo>
                  <a:pt x="1452796" y="1122760"/>
                  <a:pt x="1452034" y="1148693"/>
                  <a:pt x="1453720" y="1174562"/>
                </a:cubicBezTo>
                <a:cubicBezTo>
                  <a:pt x="1457199" y="1209699"/>
                  <a:pt x="1459899" y="1244847"/>
                  <a:pt x="1461722" y="1280018"/>
                </a:cubicBezTo>
                <a:lnTo>
                  <a:pt x="1463039" y="1330769"/>
                </a:lnTo>
                <a:lnTo>
                  <a:pt x="1463039" y="1433804"/>
                </a:lnTo>
                <a:lnTo>
                  <a:pt x="1458897" y="1471900"/>
                </a:lnTo>
                <a:lnTo>
                  <a:pt x="1458306" y="1476109"/>
                </a:lnTo>
                <a:lnTo>
                  <a:pt x="1456251" y="1476006"/>
                </a:lnTo>
                <a:cubicBezTo>
                  <a:pt x="1423775" y="1477710"/>
                  <a:pt x="1391236" y="1478252"/>
                  <a:pt x="1358699" y="1478795"/>
                </a:cubicBezTo>
                <a:lnTo>
                  <a:pt x="1337088" y="1479810"/>
                </a:lnTo>
                <a:lnTo>
                  <a:pt x="1199842" y="1479810"/>
                </a:lnTo>
                <a:lnTo>
                  <a:pt x="1178285" y="1478795"/>
                </a:lnTo>
                <a:cubicBezTo>
                  <a:pt x="1072671" y="1461942"/>
                  <a:pt x="965946" y="1459625"/>
                  <a:pt x="859950" y="1471898"/>
                </a:cubicBezTo>
                <a:lnTo>
                  <a:pt x="711774" y="1479810"/>
                </a:lnTo>
                <a:lnTo>
                  <a:pt x="637511" y="1479810"/>
                </a:lnTo>
                <a:lnTo>
                  <a:pt x="500700" y="1474455"/>
                </a:lnTo>
                <a:cubicBezTo>
                  <a:pt x="412071" y="1467172"/>
                  <a:pt x="323261" y="1461748"/>
                  <a:pt x="234328" y="1468257"/>
                </a:cubicBezTo>
                <a:cubicBezTo>
                  <a:pt x="217301" y="1469536"/>
                  <a:pt x="200486" y="1472964"/>
                  <a:pt x="183686" y="1476228"/>
                </a:cubicBezTo>
                <a:lnTo>
                  <a:pt x="157756" y="1479810"/>
                </a:lnTo>
                <a:lnTo>
                  <a:pt x="13214" y="1479810"/>
                </a:lnTo>
                <a:lnTo>
                  <a:pt x="15315" y="1462749"/>
                </a:lnTo>
                <a:cubicBezTo>
                  <a:pt x="16576" y="1445267"/>
                  <a:pt x="16192" y="1427772"/>
                  <a:pt x="11891" y="1410409"/>
                </a:cubicBezTo>
                <a:cubicBezTo>
                  <a:pt x="-1809" y="1355230"/>
                  <a:pt x="931" y="1300104"/>
                  <a:pt x="6411" y="1244508"/>
                </a:cubicBezTo>
                <a:cubicBezTo>
                  <a:pt x="10521" y="1203137"/>
                  <a:pt x="15069" y="1161296"/>
                  <a:pt x="6849" y="1119455"/>
                </a:cubicBezTo>
                <a:cubicBezTo>
                  <a:pt x="3315" y="1100041"/>
                  <a:pt x="3315" y="1080187"/>
                  <a:pt x="6849" y="1060773"/>
                </a:cubicBezTo>
                <a:cubicBezTo>
                  <a:pt x="11123" y="1034622"/>
                  <a:pt x="15178" y="1008733"/>
                  <a:pt x="9698" y="982321"/>
                </a:cubicBezTo>
                <a:cubicBezTo>
                  <a:pt x="7288" y="970815"/>
                  <a:pt x="5480" y="959204"/>
                  <a:pt x="4219" y="947592"/>
                </a:cubicBezTo>
                <a:cubicBezTo>
                  <a:pt x="1709" y="917948"/>
                  <a:pt x="2608" y="888136"/>
                  <a:pt x="6903" y="858680"/>
                </a:cubicBezTo>
                <a:cubicBezTo>
                  <a:pt x="11014" y="824475"/>
                  <a:pt x="4328" y="790061"/>
                  <a:pt x="9808" y="755960"/>
                </a:cubicBezTo>
                <a:cubicBezTo>
                  <a:pt x="13699" y="728497"/>
                  <a:pt x="13847" y="700667"/>
                  <a:pt x="10247" y="673166"/>
                </a:cubicBezTo>
                <a:cubicBezTo>
                  <a:pt x="3769" y="621179"/>
                  <a:pt x="4174" y="568621"/>
                  <a:pt x="11452" y="516733"/>
                </a:cubicBezTo>
                <a:cubicBezTo>
                  <a:pt x="15946" y="486450"/>
                  <a:pt x="18521" y="455279"/>
                  <a:pt x="10465" y="425571"/>
                </a:cubicBezTo>
                <a:cubicBezTo>
                  <a:pt x="-8495" y="355749"/>
                  <a:pt x="2575" y="285822"/>
                  <a:pt x="10465" y="216366"/>
                </a:cubicBezTo>
                <a:cubicBezTo>
                  <a:pt x="15261" y="179065"/>
                  <a:pt x="15370" y="141350"/>
                  <a:pt x="10795" y="104023"/>
                </a:cubicBezTo>
                <a:cubicBezTo>
                  <a:pt x="6734" y="76457"/>
                  <a:pt x="4312" y="48717"/>
                  <a:pt x="3534" y="20936"/>
                </a:cubicBezTo>
                <a:lnTo>
                  <a:pt x="3924" y="8444"/>
                </a:lnTo>
                <a:lnTo>
                  <a:pt x="72291" y="7146"/>
                </a:lnTo>
                <a:cubicBezTo>
                  <a:pt x="125549" y="5562"/>
                  <a:pt x="178727" y="3395"/>
                  <a:pt x="231770" y="4001"/>
                </a:cubicBezTo>
                <a:cubicBezTo>
                  <a:pt x="276048" y="4486"/>
                  <a:pt x="320207" y="13579"/>
                  <a:pt x="364602" y="11882"/>
                </a:cubicBezTo>
                <a:cubicBezTo>
                  <a:pt x="499146" y="6911"/>
                  <a:pt x="633749" y="8548"/>
                  <a:pt x="768233" y="2061"/>
                </a:cubicBezTo>
                <a:cubicBezTo>
                  <a:pt x="801007" y="-37"/>
                  <a:pt x="833840" y="-532"/>
                  <a:pt x="866622" y="571"/>
                </a:cubicBezTo>
                <a:close/>
              </a:path>
            </a:pathLst>
          </a:custGeom>
        </p:spPr>
        <p:txBody>
          <a:bodyPr wrap="square" anchor="ctr">
            <a:noAutofit/>
          </a:bodyPr>
          <a:lstStyle>
            <a:lvl1pPr algn="ctr">
              <a:buNone/>
              <a:defRPr sz="2000"/>
            </a:lvl1pPr>
          </a:lstStyle>
          <a:p>
            <a:r>
              <a:rPr lang="en-US"/>
              <a:t>Click icon to add picture</a:t>
            </a:r>
            <a:endParaRPr lang="en-US" dirty="0"/>
          </a:p>
        </p:txBody>
      </p:sp>
      <p:sp>
        <p:nvSpPr>
          <p:cNvPr id="30" name="Picture Placeholder 29">
            <a:extLst>
              <a:ext uri="{FF2B5EF4-FFF2-40B4-BE49-F238E27FC236}">
                <a16:creationId xmlns:a16="http://schemas.microsoft.com/office/drawing/2014/main" id="{163C3609-48D8-42DB-AD9E-61699A6F1318}"/>
              </a:ext>
            </a:extLst>
          </p:cNvPr>
          <p:cNvSpPr>
            <a:spLocks noGrp="1"/>
          </p:cNvSpPr>
          <p:nvPr>
            <p:ph type="pic" sz="quarter" idx="17"/>
          </p:nvPr>
        </p:nvSpPr>
        <p:spPr>
          <a:xfrm>
            <a:off x="10101259" y="3064916"/>
            <a:ext cx="1442437" cy="1477990"/>
          </a:xfrm>
          <a:custGeom>
            <a:avLst/>
            <a:gdLst>
              <a:gd name="connsiteX0" fmla="*/ 866623 w 1442437"/>
              <a:gd name="connsiteY0" fmla="*/ 571 h 1477990"/>
              <a:gd name="connsiteX1" fmla="*/ 964707 w 1442437"/>
              <a:gd name="connsiteY1" fmla="*/ 8669 h 1477990"/>
              <a:gd name="connsiteX2" fmla="*/ 1111826 w 1442437"/>
              <a:gd name="connsiteY2" fmla="*/ 8366 h 1477990"/>
              <a:gd name="connsiteX3" fmla="*/ 1290056 w 1442437"/>
              <a:gd name="connsiteY3" fmla="*/ 8730 h 1477990"/>
              <a:gd name="connsiteX4" fmla="*/ 1417398 w 1442437"/>
              <a:gd name="connsiteY4" fmla="*/ 6608 h 1477990"/>
              <a:gd name="connsiteX5" fmla="*/ 1442437 w 1442437"/>
              <a:gd name="connsiteY5" fmla="*/ 5718 h 1477990"/>
              <a:gd name="connsiteX6" fmla="*/ 1442437 w 1442437"/>
              <a:gd name="connsiteY6" fmla="*/ 1476401 h 1477990"/>
              <a:gd name="connsiteX7" fmla="*/ 1386857 w 1442437"/>
              <a:gd name="connsiteY7" fmla="*/ 1477990 h 1477990"/>
              <a:gd name="connsiteX8" fmla="*/ 1169378 w 1442437"/>
              <a:gd name="connsiteY8" fmla="*/ 1477990 h 1477990"/>
              <a:gd name="connsiteX9" fmla="*/ 1019262 w 1442437"/>
              <a:gd name="connsiteY9" fmla="*/ 1464424 h 1477990"/>
              <a:gd name="connsiteX10" fmla="*/ 859951 w 1442437"/>
              <a:gd name="connsiteY10" fmla="*/ 1471898 h 1477990"/>
              <a:gd name="connsiteX11" fmla="*/ 745859 w 1442437"/>
              <a:gd name="connsiteY11" fmla="*/ 1477990 h 1477990"/>
              <a:gd name="connsiteX12" fmla="*/ 591014 w 1442437"/>
              <a:gd name="connsiteY12" fmla="*/ 1477990 h 1477990"/>
              <a:gd name="connsiteX13" fmla="*/ 500701 w 1442437"/>
              <a:gd name="connsiteY13" fmla="*/ 1474455 h 1477990"/>
              <a:gd name="connsiteX14" fmla="*/ 234329 w 1442437"/>
              <a:gd name="connsiteY14" fmla="*/ 1468257 h 1477990"/>
              <a:gd name="connsiteX15" fmla="*/ 183687 w 1442437"/>
              <a:gd name="connsiteY15" fmla="*/ 1476228 h 1477990"/>
              <a:gd name="connsiteX16" fmla="*/ 170933 w 1442437"/>
              <a:gd name="connsiteY16" fmla="*/ 1477990 h 1477990"/>
              <a:gd name="connsiteX17" fmla="*/ 13439 w 1442437"/>
              <a:gd name="connsiteY17" fmla="*/ 1477990 h 1477990"/>
              <a:gd name="connsiteX18" fmla="*/ 15316 w 1442437"/>
              <a:gd name="connsiteY18" fmla="*/ 1462749 h 1477990"/>
              <a:gd name="connsiteX19" fmla="*/ 11892 w 1442437"/>
              <a:gd name="connsiteY19" fmla="*/ 1410409 h 1477990"/>
              <a:gd name="connsiteX20" fmla="*/ 6412 w 1442437"/>
              <a:gd name="connsiteY20" fmla="*/ 1244508 h 1477990"/>
              <a:gd name="connsiteX21" fmla="*/ 6850 w 1442437"/>
              <a:gd name="connsiteY21" fmla="*/ 1119455 h 1477990"/>
              <a:gd name="connsiteX22" fmla="*/ 6850 w 1442437"/>
              <a:gd name="connsiteY22" fmla="*/ 1060773 h 1477990"/>
              <a:gd name="connsiteX23" fmla="*/ 9699 w 1442437"/>
              <a:gd name="connsiteY23" fmla="*/ 982321 h 1477990"/>
              <a:gd name="connsiteX24" fmla="*/ 4220 w 1442437"/>
              <a:gd name="connsiteY24" fmla="*/ 947592 h 1477990"/>
              <a:gd name="connsiteX25" fmla="*/ 6904 w 1442437"/>
              <a:gd name="connsiteY25" fmla="*/ 858680 h 1477990"/>
              <a:gd name="connsiteX26" fmla="*/ 9809 w 1442437"/>
              <a:gd name="connsiteY26" fmla="*/ 755960 h 1477990"/>
              <a:gd name="connsiteX27" fmla="*/ 10248 w 1442437"/>
              <a:gd name="connsiteY27" fmla="*/ 673166 h 1477990"/>
              <a:gd name="connsiteX28" fmla="*/ 11453 w 1442437"/>
              <a:gd name="connsiteY28" fmla="*/ 516733 h 1477990"/>
              <a:gd name="connsiteX29" fmla="*/ 10466 w 1442437"/>
              <a:gd name="connsiteY29" fmla="*/ 425571 h 1477990"/>
              <a:gd name="connsiteX30" fmla="*/ 10466 w 1442437"/>
              <a:gd name="connsiteY30" fmla="*/ 216366 h 1477990"/>
              <a:gd name="connsiteX31" fmla="*/ 10796 w 1442437"/>
              <a:gd name="connsiteY31" fmla="*/ 104023 h 1477990"/>
              <a:gd name="connsiteX32" fmla="*/ 3535 w 1442437"/>
              <a:gd name="connsiteY32" fmla="*/ 20936 h 1477990"/>
              <a:gd name="connsiteX33" fmla="*/ 3925 w 1442437"/>
              <a:gd name="connsiteY33" fmla="*/ 8444 h 1477990"/>
              <a:gd name="connsiteX34" fmla="*/ 72292 w 1442437"/>
              <a:gd name="connsiteY34" fmla="*/ 7146 h 1477990"/>
              <a:gd name="connsiteX35" fmla="*/ 231771 w 1442437"/>
              <a:gd name="connsiteY35" fmla="*/ 4001 h 1477990"/>
              <a:gd name="connsiteX36" fmla="*/ 364603 w 1442437"/>
              <a:gd name="connsiteY36" fmla="*/ 11882 h 1477990"/>
              <a:gd name="connsiteX37" fmla="*/ 768234 w 1442437"/>
              <a:gd name="connsiteY37" fmla="*/ 2061 h 1477990"/>
              <a:gd name="connsiteX38" fmla="*/ 866623 w 1442437"/>
              <a:gd name="connsiteY38" fmla="*/ 571 h 1477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442437" h="1477990">
                <a:moveTo>
                  <a:pt x="866623" y="571"/>
                </a:moveTo>
                <a:cubicBezTo>
                  <a:pt x="899406" y="1673"/>
                  <a:pt x="932137" y="4374"/>
                  <a:pt x="964707" y="8669"/>
                </a:cubicBezTo>
                <a:cubicBezTo>
                  <a:pt x="1013530" y="15823"/>
                  <a:pt x="1062767" y="11397"/>
                  <a:pt x="1111826" y="8366"/>
                </a:cubicBezTo>
                <a:cubicBezTo>
                  <a:pt x="1171217" y="4668"/>
                  <a:pt x="1230548" y="2667"/>
                  <a:pt x="1290056" y="8730"/>
                </a:cubicBezTo>
                <a:cubicBezTo>
                  <a:pt x="1332385" y="13094"/>
                  <a:pt x="1374950" y="9033"/>
                  <a:pt x="1417398" y="6608"/>
                </a:cubicBezTo>
                <a:lnTo>
                  <a:pt x="1442437" y="5718"/>
                </a:lnTo>
                <a:lnTo>
                  <a:pt x="1442437" y="1476401"/>
                </a:lnTo>
                <a:lnTo>
                  <a:pt x="1386857" y="1477990"/>
                </a:lnTo>
                <a:lnTo>
                  <a:pt x="1169378" y="1477990"/>
                </a:lnTo>
                <a:lnTo>
                  <a:pt x="1019262" y="1464424"/>
                </a:lnTo>
                <a:cubicBezTo>
                  <a:pt x="966129" y="1463273"/>
                  <a:pt x="912949" y="1465762"/>
                  <a:pt x="859951" y="1471898"/>
                </a:cubicBezTo>
                <a:lnTo>
                  <a:pt x="745859" y="1477990"/>
                </a:lnTo>
                <a:lnTo>
                  <a:pt x="591014" y="1477990"/>
                </a:lnTo>
                <a:lnTo>
                  <a:pt x="500701" y="1474455"/>
                </a:lnTo>
                <a:cubicBezTo>
                  <a:pt x="412072" y="1467172"/>
                  <a:pt x="323262" y="1461748"/>
                  <a:pt x="234329" y="1468257"/>
                </a:cubicBezTo>
                <a:cubicBezTo>
                  <a:pt x="217302" y="1469536"/>
                  <a:pt x="200487" y="1472964"/>
                  <a:pt x="183687" y="1476228"/>
                </a:cubicBezTo>
                <a:lnTo>
                  <a:pt x="170933" y="1477990"/>
                </a:lnTo>
                <a:lnTo>
                  <a:pt x="13439" y="1477990"/>
                </a:lnTo>
                <a:lnTo>
                  <a:pt x="15316" y="1462749"/>
                </a:lnTo>
                <a:cubicBezTo>
                  <a:pt x="16577" y="1445267"/>
                  <a:pt x="16193" y="1427772"/>
                  <a:pt x="11892" y="1410409"/>
                </a:cubicBezTo>
                <a:cubicBezTo>
                  <a:pt x="-1808" y="1355230"/>
                  <a:pt x="932" y="1300104"/>
                  <a:pt x="6412" y="1244508"/>
                </a:cubicBezTo>
                <a:cubicBezTo>
                  <a:pt x="10522" y="1203137"/>
                  <a:pt x="15070" y="1161296"/>
                  <a:pt x="6850" y="1119455"/>
                </a:cubicBezTo>
                <a:cubicBezTo>
                  <a:pt x="3316" y="1100041"/>
                  <a:pt x="3316" y="1080187"/>
                  <a:pt x="6850" y="1060773"/>
                </a:cubicBezTo>
                <a:cubicBezTo>
                  <a:pt x="11124" y="1034622"/>
                  <a:pt x="15179" y="1008733"/>
                  <a:pt x="9699" y="982321"/>
                </a:cubicBezTo>
                <a:cubicBezTo>
                  <a:pt x="7289" y="970815"/>
                  <a:pt x="5481" y="959204"/>
                  <a:pt x="4220" y="947592"/>
                </a:cubicBezTo>
                <a:cubicBezTo>
                  <a:pt x="1710" y="917948"/>
                  <a:pt x="2609" y="888136"/>
                  <a:pt x="6904" y="858680"/>
                </a:cubicBezTo>
                <a:cubicBezTo>
                  <a:pt x="11015" y="824475"/>
                  <a:pt x="4329" y="790061"/>
                  <a:pt x="9809" y="755960"/>
                </a:cubicBezTo>
                <a:cubicBezTo>
                  <a:pt x="13700" y="728497"/>
                  <a:pt x="13848" y="700667"/>
                  <a:pt x="10248" y="673166"/>
                </a:cubicBezTo>
                <a:cubicBezTo>
                  <a:pt x="3770" y="621179"/>
                  <a:pt x="4175" y="568621"/>
                  <a:pt x="11453" y="516733"/>
                </a:cubicBezTo>
                <a:cubicBezTo>
                  <a:pt x="15947" y="486450"/>
                  <a:pt x="18522" y="455279"/>
                  <a:pt x="10466" y="425571"/>
                </a:cubicBezTo>
                <a:cubicBezTo>
                  <a:pt x="-8494" y="355749"/>
                  <a:pt x="2576" y="285822"/>
                  <a:pt x="10466" y="216366"/>
                </a:cubicBezTo>
                <a:cubicBezTo>
                  <a:pt x="15262" y="179065"/>
                  <a:pt x="15371" y="141350"/>
                  <a:pt x="10796" y="104023"/>
                </a:cubicBezTo>
                <a:cubicBezTo>
                  <a:pt x="6735" y="76457"/>
                  <a:pt x="4313" y="48717"/>
                  <a:pt x="3535" y="20936"/>
                </a:cubicBezTo>
                <a:lnTo>
                  <a:pt x="3925" y="8444"/>
                </a:lnTo>
                <a:lnTo>
                  <a:pt x="72292" y="7146"/>
                </a:lnTo>
                <a:cubicBezTo>
                  <a:pt x="125550" y="5562"/>
                  <a:pt x="178728" y="3395"/>
                  <a:pt x="231771" y="4001"/>
                </a:cubicBezTo>
                <a:cubicBezTo>
                  <a:pt x="276049" y="4486"/>
                  <a:pt x="320208" y="13579"/>
                  <a:pt x="364603" y="11882"/>
                </a:cubicBezTo>
                <a:cubicBezTo>
                  <a:pt x="499147" y="6911"/>
                  <a:pt x="633750" y="8548"/>
                  <a:pt x="768234" y="2061"/>
                </a:cubicBezTo>
                <a:cubicBezTo>
                  <a:pt x="801008" y="-37"/>
                  <a:pt x="833841" y="-532"/>
                  <a:pt x="866623" y="571"/>
                </a:cubicBezTo>
                <a:close/>
              </a:path>
            </a:pathLst>
          </a:custGeom>
        </p:spPr>
        <p:txBody>
          <a:bodyPr wrap="square" anchor="ctr">
            <a:noAutofit/>
          </a:bodyPr>
          <a:lstStyle>
            <a:lvl1pPr algn="ctr">
              <a:buNone/>
              <a:defRPr sz="2000"/>
            </a:lvl1pPr>
          </a:lstStyle>
          <a:p>
            <a:r>
              <a:rPr lang="en-US"/>
              <a:t>Click icon to add picture</a:t>
            </a:r>
            <a:endParaRPr lang="en-US" dirty="0"/>
          </a:p>
        </p:txBody>
      </p:sp>
      <p:sp>
        <p:nvSpPr>
          <p:cNvPr id="28" name="Picture Placeholder 27">
            <a:extLst>
              <a:ext uri="{FF2B5EF4-FFF2-40B4-BE49-F238E27FC236}">
                <a16:creationId xmlns:a16="http://schemas.microsoft.com/office/drawing/2014/main" id="{2B03F1E7-A2BE-4059-85FC-6546945FA3FB}"/>
              </a:ext>
            </a:extLst>
          </p:cNvPr>
          <p:cNvSpPr>
            <a:spLocks noGrp="1"/>
          </p:cNvSpPr>
          <p:nvPr>
            <p:ph type="pic" sz="quarter" idx="15"/>
          </p:nvPr>
        </p:nvSpPr>
        <p:spPr>
          <a:xfrm>
            <a:off x="5370488" y="3064916"/>
            <a:ext cx="1455507" cy="1477990"/>
          </a:xfrm>
          <a:custGeom>
            <a:avLst/>
            <a:gdLst>
              <a:gd name="connsiteX0" fmla="*/ 100458 w 1455507"/>
              <a:gd name="connsiteY0" fmla="*/ 0 h 1477990"/>
              <a:gd name="connsiteX1" fmla="*/ 258284 w 1455507"/>
              <a:gd name="connsiteY1" fmla="*/ 0 h 1477990"/>
              <a:gd name="connsiteX2" fmla="*/ 290610 w 1455507"/>
              <a:gd name="connsiteY2" fmla="*/ 2318 h 1477990"/>
              <a:gd name="connsiteX3" fmla="*/ 357070 w 1455507"/>
              <a:gd name="connsiteY3" fmla="*/ 5440 h 1477990"/>
              <a:gd name="connsiteX4" fmla="*/ 558908 w 1455507"/>
              <a:gd name="connsiteY4" fmla="*/ 1098 h 1477990"/>
              <a:gd name="connsiteX5" fmla="*/ 599348 w 1455507"/>
              <a:gd name="connsiteY5" fmla="*/ 0 h 1477990"/>
              <a:gd name="connsiteX6" fmla="*/ 930201 w 1455507"/>
              <a:gd name="connsiteY6" fmla="*/ 0 h 1477990"/>
              <a:gd name="connsiteX7" fmla="*/ 957174 w 1455507"/>
              <a:gd name="connsiteY7" fmla="*/ 2227 h 1477990"/>
              <a:gd name="connsiteX8" fmla="*/ 1104293 w 1455507"/>
              <a:gd name="connsiteY8" fmla="*/ 1924 h 1477990"/>
              <a:gd name="connsiteX9" fmla="*/ 1153561 w 1455507"/>
              <a:gd name="connsiteY9" fmla="*/ 0 h 1477990"/>
              <a:gd name="connsiteX10" fmla="*/ 1229432 w 1455507"/>
              <a:gd name="connsiteY10" fmla="*/ 0 h 1477990"/>
              <a:gd name="connsiteX11" fmla="*/ 1282523 w 1455507"/>
              <a:gd name="connsiteY11" fmla="*/ 2288 h 1477990"/>
              <a:gd name="connsiteX12" fmla="*/ 1409865 w 1455507"/>
              <a:gd name="connsiteY12" fmla="*/ 166 h 1477990"/>
              <a:gd name="connsiteX13" fmla="*/ 1414535 w 1455507"/>
              <a:gd name="connsiteY13" fmla="*/ 0 h 1477990"/>
              <a:gd name="connsiteX14" fmla="*/ 1446877 w 1455507"/>
              <a:gd name="connsiteY14" fmla="*/ 0 h 1477990"/>
              <a:gd name="connsiteX15" fmla="*/ 1441986 w 1455507"/>
              <a:gd name="connsiteY15" fmla="*/ 87863 h 1477990"/>
              <a:gd name="connsiteX16" fmla="*/ 1446522 w 1455507"/>
              <a:gd name="connsiteY16" fmla="*/ 192281 h 1477990"/>
              <a:gd name="connsiteX17" fmla="*/ 1449083 w 1455507"/>
              <a:gd name="connsiteY17" fmla="*/ 384757 h 1477990"/>
              <a:gd name="connsiteX18" fmla="*/ 1445075 w 1455507"/>
              <a:gd name="connsiteY18" fmla="*/ 558660 h 1477990"/>
              <a:gd name="connsiteX19" fmla="*/ 1453480 w 1455507"/>
              <a:gd name="connsiteY19" fmla="*/ 618392 h 1477990"/>
              <a:gd name="connsiteX20" fmla="*/ 1443851 w 1455507"/>
              <a:gd name="connsiteY20" fmla="*/ 900580 h 1477990"/>
              <a:gd name="connsiteX21" fmla="*/ 1445131 w 1455507"/>
              <a:gd name="connsiteY21" fmla="*/ 1003252 h 1477990"/>
              <a:gd name="connsiteX22" fmla="*/ 1448470 w 1455507"/>
              <a:gd name="connsiteY22" fmla="*/ 1090546 h 1477990"/>
              <a:gd name="connsiteX23" fmla="*/ 1446188 w 1455507"/>
              <a:gd name="connsiteY23" fmla="*/ 1168120 h 1477990"/>
              <a:gd name="connsiteX24" fmla="*/ 1454190 w 1455507"/>
              <a:gd name="connsiteY24" fmla="*/ 1273576 h 1477990"/>
              <a:gd name="connsiteX25" fmla="*/ 1455507 w 1455507"/>
              <a:gd name="connsiteY25" fmla="*/ 1324327 h 1477990"/>
              <a:gd name="connsiteX26" fmla="*/ 1455507 w 1455507"/>
              <a:gd name="connsiteY26" fmla="*/ 1427362 h 1477990"/>
              <a:gd name="connsiteX27" fmla="*/ 1451365 w 1455507"/>
              <a:gd name="connsiteY27" fmla="*/ 1465458 h 1477990"/>
              <a:gd name="connsiteX28" fmla="*/ 1450774 w 1455507"/>
              <a:gd name="connsiteY28" fmla="*/ 1469667 h 1477990"/>
              <a:gd name="connsiteX29" fmla="*/ 1448719 w 1455507"/>
              <a:gd name="connsiteY29" fmla="*/ 1469564 h 1477990"/>
              <a:gd name="connsiteX30" fmla="*/ 1351167 w 1455507"/>
              <a:gd name="connsiteY30" fmla="*/ 1472353 h 1477990"/>
              <a:gd name="connsiteX31" fmla="*/ 1170753 w 1455507"/>
              <a:gd name="connsiteY31" fmla="*/ 1472353 h 1477990"/>
              <a:gd name="connsiteX32" fmla="*/ 852418 w 1455507"/>
              <a:gd name="connsiteY32" fmla="*/ 1465456 h 1477990"/>
              <a:gd name="connsiteX33" fmla="*/ 493168 w 1455507"/>
              <a:gd name="connsiteY33" fmla="*/ 1468013 h 1477990"/>
              <a:gd name="connsiteX34" fmla="*/ 226796 w 1455507"/>
              <a:gd name="connsiteY34" fmla="*/ 1461815 h 1477990"/>
              <a:gd name="connsiteX35" fmla="*/ 125602 w 1455507"/>
              <a:gd name="connsiteY35" fmla="*/ 1476769 h 1477990"/>
              <a:gd name="connsiteX36" fmla="*/ 5112 w 1455507"/>
              <a:gd name="connsiteY36" fmla="*/ 1477990 h 1477990"/>
              <a:gd name="connsiteX37" fmla="*/ 7783 w 1455507"/>
              <a:gd name="connsiteY37" fmla="*/ 1456307 h 1477990"/>
              <a:gd name="connsiteX38" fmla="*/ 4359 w 1455507"/>
              <a:gd name="connsiteY38" fmla="*/ 1403967 h 1477990"/>
              <a:gd name="connsiteX39" fmla="*/ 295 w 1455507"/>
              <a:gd name="connsiteY39" fmla="*/ 1370091 h 1477990"/>
              <a:gd name="connsiteX40" fmla="*/ 295 w 1455507"/>
              <a:gd name="connsiteY40" fmla="*/ 1219835 h 1477990"/>
              <a:gd name="connsiteX41" fmla="*/ 3722 w 1455507"/>
              <a:gd name="connsiteY41" fmla="*/ 1175716 h 1477990"/>
              <a:gd name="connsiteX42" fmla="*/ 295 w 1455507"/>
              <a:gd name="connsiteY42" fmla="*/ 1126935 h 1477990"/>
              <a:gd name="connsiteX43" fmla="*/ 295 w 1455507"/>
              <a:gd name="connsiteY43" fmla="*/ 1046801 h 1477990"/>
              <a:gd name="connsiteX44" fmla="*/ 4400 w 1455507"/>
              <a:gd name="connsiteY44" fmla="*/ 1015203 h 1477990"/>
              <a:gd name="connsiteX45" fmla="*/ 2166 w 1455507"/>
              <a:gd name="connsiteY45" fmla="*/ 975879 h 1477990"/>
              <a:gd name="connsiteX46" fmla="*/ 295 w 1455507"/>
              <a:gd name="connsiteY46" fmla="*/ 964020 h 1477990"/>
              <a:gd name="connsiteX47" fmla="*/ 295 w 1455507"/>
              <a:gd name="connsiteY47" fmla="*/ 801667 h 1477990"/>
              <a:gd name="connsiteX48" fmla="*/ 310 w 1455507"/>
              <a:gd name="connsiteY48" fmla="*/ 800839 h 1477990"/>
              <a:gd name="connsiteX49" fmla="*/ 2276 w 1455507"/>
              <a:gd name="connsiteY49" fmla="*/ 749518 h 1477990"/>
              <a:gd name="connsiteX50" fmla="*/ 2715 w 1455507"/>
              <a:gd name="connsiteY50" fmla="*/ 666724 h 1477990"/>
              <a:gd name="connsiteX51" fmla="*/ 295 w 1455507"/>
              <a:gd name="connsiteY51" fmla="*/ 625158 h 1477990"/>
              <a:gd name="connsiteX52" fmla="*/ 295 w 1455507"/>
              <a:gd name="connsiteY52" fmla="*/ 559484 h 1477990"/>
              <a:gd name="connsiteX53" fmla="*/ 3920 w 1455507"/>
              <a:gd name="connsiteY53" fmla="*/ 510291 h 1477990"/>
              <a:gd name="connsiteX54" fmla="*/ 2933 w 1455507"/>
              <a:gd name="connsiteY54" fmla="*/ 419129 h 1477990"/>
              <a:gd name="connsiteX55" fmla="*/ 295 w 1455507"/>
              <a:gd name="connsiteY55" fmla="*/ 403959 h 1477990"/>
              <a:gd name="connsiteX56" fmla="*/ 295 w 1455507"/>
              <a:gd name="connsiteY56" fmla="*/ 237294 h 1477990"/>
              <a:gd name="connsiteX57" fmla="*/ 2933 w 1455507"/>
              <a:gd name="connsiteY57" fmla="*/ 209924 h 1477990"/>
              <a:gd name="connsiteX58" fmla="*/ 3263 w 1455507"/>
              <a:gd name="connsiteY58" fmla="*/ 97581 h 1477990"/>
              <a:gd name="connsiteX59" fmla="*/ 295 w 1455507"/>
              <a:gd name="connsiteY59" fmla="*/ 63619 h 1477990"/>
              <a:gd name="connsiteX60" fmla="*/ 295 w 1455507"/>
              <a:gd name="connsiteY60" fmla="*/ 1928 h 1477990"/>
              <a:gd name="connsiteX61" fmla="*/ 64759 w 1455507"/>
              <a:gd name="connsiteY61" fmla="*/ 704 h 1477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1455507" h="1477990">
                <a:moveTo>
                  <a:pt x="100458" y="0"/>
                </a:moveTo>
                <a:lnTo>
                  <a:pt x="258284" y="0"/>
                </a:lnTo>
                <a:lnTo>
                  <a:pt x="290610" y="2318"/>
                </a:lnTo>
                <a:cubicBezTo>
                  <a:pt x="312734" y="4440"/>
                  <a:pt x="334873" y="6289"/>
                  <a:pt x="357070" y="5440"/>
                </a:cubicBezTo>
                <a:cubicBezTo>
                  <a:pt x="424342" y="2955"/>
                  <a:pt x="491629" y="2121"/>
                  <a:pt x="558908" y="1098"/>
                </a:cubicBezTo>
                <a:lnTo>
                  <a:pt x="599348" y="0"/>
                </a:lnTo>
                <a:lnTo>
                  <a:pt x="930201" y="0"/>
                </a:lnTo>
                <a:lnTo>
                  <a:pt x="957174" y="2227"/>
                </a:lnTo>
                <a:cubicBezTo>
                  <a:pt x="1005997" y="9381"/>
                  <a:pt x="1055234" y="4955"/>
                  <a:pt x="1104293" y="1924"/>
                </a:cubicBezTo>
                <a:lnTo>
                  <a:pt x="1153561" y="0"/>
                </a:lnTo>
                <a:lnTo>
                  <a:pt x="1229432" y="0"/>
                </a:lnTo>
                <a:lnTo>
                  <a:pt x="1282523" y="2288"/>
                </a:lnTo>
                <a:cubicBezTo>
                  <a:pt x="1324852" y="6652"/>
                  <a:pt x="1367417" y="2591"/>
                  <a:pt x="1409865" y="166"/>
                </a:cubicBezTo>
                <a:lnTo>
                  <a:pt x="1414535" y="0"/>
                </a:lnTo>
                <a:lnTo>
                  <a:pt x="1446877" y="0"/>
                </a:lnTo>
                <a:lnTo>
                  <a:pt x="1441986" y="87863"/>
                </a:lnTo>
                <a:cubicBezTo>
                  <a:pt x="1441527" y="122692"/>
                  <a:pt x="1442793" y="157509"/>
                  <a:pt x="1446522" y="192281"/>
                </a:cubicBezTo>
                <a:cubicBezTo>
                  <a:pt x="1452467" y="256325"/>
                  <a:pt x="1453324" y="320620"/>
                  <a:pt x="1449083" y="384757"/>
                </a:cubicBezTo>
                <a:cubicBezTo>
                  <a:pt x="1446133" y="442709"/>
                  <a:pt x="1438896" y="500570"/>
                  <a:pt x="1445075" y="558660"/>
                </a:cubicBezTo>
                <a:cubicBezTo>
                  <a:pt x="1447190" y="578647"/>
                  <a:pt x="1452311" y="598268"/>
                  <a:pt x="1453480" y="618392"/>
                </a:cubicBezTo>
                <a:cubicBezTo>
                  <a:pt x="1459046" y="712668"/>
                  <a:pt x="1450697" y="806624"/>
                  <a:pt x="1443851" y="900580"/>
                </a:cubicBezTo>
                <a:cubicBezTo>
                  <a:pt x="1441346" y="934804"/>
                  <a:pt x="1438284" y="969028"/>
                  <a:pt x="1445131" y="1003252"/>
                </a:cubicBezTo>
                <a:cubicBezTo>
                  <a:pt x="1450558" y="1032132"/>
                  <a:pt x="1451677" y="1061447"/>
                  <a:pt x="1448470" y="1090546"/>
                </a:cubicBezTo>
                <a:cubicBezTo>
                  <a:pt x="1445264" y="1116318"/>
                  <a:pt x="1444502" y="1142251"/>
                  <a:pt x="1446188" y="1168120"/>
                </a:cubicBezTo>
                <a:cubicBezTo>
                  <a:pt x="1449667" y="1203257"/>
                  <a:pt x="1452367" y="1238405"/>
                  <a:pt x="1454190" y="1273576"/>
                </a:cubicBezTo>
                <a:lnTo>
                  <a:pt x="1455507" y="1324327"/>
                </a:lnTo>
                <a:lnTo>
                  <a:pt x="1455507" y="1427362"/>
                </a:lnTo>
                <a:lnTo>
                  <a:pt x="1451365" y="1465458"/>
                </a:lnTo>
                <a:lnTo>
                  <a:pt x="1450774" y="1469667"/>
                </a:lnTo>
                <a:lnTo>
                  <a:pt x="1448719" y="1469564"/>
                </a:lnTo>
                <a:cubicBezTo>
                  <a:pt x="1416243" y="1471268"/>
                  <a:pt x="1383704" y="1471810"/>
                  <a:pt x="1351167" y="1472353"/>
                </a:cubicBezTo>
                <a:cubicBezTo>
                  <a:pt x="1291009" y="1473360"/>
                  <a:pt x="1230608" y="1482658"/>
                  <a:pt x="1170753" y="1472353"/>
                </a:cubicBezTo>
                <a:cubicBezTo>
                  <a:pt x="1065139" y="1455500"/>
                  <a:pt x="958414" y="1453183"/>
                  <a:pt x="852418" y="1465456"/>
                </a:cubicBezTo>
                <a:cubicBezTo>
                  <a:pt x="732873" y="1477389"/>
                  <a:pt x="612811" y="1478242"/>
                  <a:pt x="493168" y="1468013"/>
                </a:cubicBezTo>
                <a:cubicBezTo>
                  <a:pt x="404539" y="1460730"/>
                  <a:pt x="315729" y="1455306"/>
                  <a:pt x="226796" y="1461815"/>
                </a:cubicBezTo>
                <a:cubicBezTo>
                  <a:pt x="192742" y="1464372"/>
                  <a:pt x="159536" y="1475530"/>
                  <a:pt x="125602" y="1476769"/>
                </a:cubicBezTo>
                <a:lnTo>
                  <a:pt x="5112" y="1477990"/>
                </a:lnTo>
                <a:lnTo>
                  <a:pt x="7783" y="1456307"/>
                </a:lnTo>
                <a:cubicBezTo>
                  <a:pt x="9044" y="1438825"/>
                  <a:pt x="8660" y="1421330"/>
                  <a:pt x="4359" y="1403967"/>
                </a:cubicBezTo>
                <a:lnTo>
                  <a:pt x="295" y="1370091"/>
                </a:lnTo>
                <a:lnTo>
                  <a:pt x="295" y="1219835"/>
                </a:lnTo>
                <a:lnTo>
                  <a:pt x="3722" y="1175716"/>
                </a:lnTo>
                <a:lnTo>
                  <a:pt x="295" y="1126935"/>
                </a:lnTo>
                <a:lnTo>
                  <a:pt x="295" y="1046801"/>
                </a:lnTo>
                <a:lnTo>
                  <a:pt x="4400" y="1015203"/>
                </a:lnTo>
                <a:cubicBezTo>
                  <a:pt x="5263" y="1002160"/>
                  <a:pt x="4906" y="989085"/>
                  <a:pt x="2166" y="975879"/>
                </a:cubicBezTo>
                <a:lnTo>
                  <a:pt x="295" y="964020"/>
                </a:lnTo>
                <a:lnTo>
                  <a:pt x="295" y="801667"/>
                </a:lnTo>
                <a:lnTo>
                  <a:pt x="310" y="800839"/>
                </a:lnTo>
                <a:cubicBezTo>
                  <a:pt x="-163" y="783697"/>
                  <a:pt x="-464" y="766569"/>
                  <a:pt x="2276" y="749518"/>
                </a:cubicBezTo>
                <a:cubicBezTo>
                  <a:pt x="6167" y="722055"/>
                  <a:pt x="6315" y="694225"/>
                  <a:pt x="2715" y="666724"/>
                </a:cubicBezTo>
                <a:lnTo>
                  <a:pt x="295" y="625158"/>
                </a:lnTo>
                <a:lnTo>
                  <a:pt x="295" y="559484"/>
                </a:lnTo>
                <a:lnTo>
                  <a:pt x="3920" y="510291"/>
                </a:lnTo>
                <a:cubicBezTo>
                  <a:pt x="8414" y="480008"/>
                  <a:pt x="10989" y="448837"/>
                  <a:pt x="2933" y="419129"/>
                </a:cubicBezTo>
                <a:lnTo>
                  <a:pt x="295" y="403959"/>
                </a:lnTo>
                <a:lnTo>
                  <a:pt x="295" y="237294"/>
                </a:lnTo>
                <a:lnTo>
                  <a:pt x="2933" y="209924"/>
                </a:lnTo>
                <a:cubicBezTo>
                  <a:pt x="7729" y="172623"/>
                  <a:pt x="7838" y="134908"/>
                  <a:pt x="3263" y="97581"/>
                </a:cubicBezTo>
                <a:lnTo>
                  <a:pt x="295" y="63619"/>
                </a:lnTo>
                <a:lnTo>
                  <a:pt x="295" y="1928"/>
                </a:lnTo>
                <a:lnTo>
                  <a:pt x="64759" y="704"/>
                </a:lnTo>
                <a:close/>
              </a:path>
            </a:pathLst>
          </a:custGeom>
        </p:spPr>
        <p:txBody>
          <a:bodyPr wrap="square" anchor="ctr">
            <a:noAutofit/>
          </a:bodyPr>
          <a:lstStyle>
            <a:lvl1pPr algn="ctr">
              <a:buNone/>
              <a:defRPr sz="2000"/>
            </a:lvl1pPr>
          </a:lstStyle>
          <a:p>
            <a:r>
              <a:rPr lang="en-US"/>
              <a:t>Click icon to add picture</a:t>
            </a:r>
            <a:endParaRPr lang="en-US" dirty="0"/>
          </a:p>
        </p:txBody>
      </p:sp>
      <p:sp>
        <p:nvSpPr>
          <p:cNvPr id="27" name="Picture Placeholder 26">
            <a:extLst>
              <a:ext uri="{FF2B5EF4-FFF2-40B4-BE49-F238E27FC236}">
                <a16:creationId xmlns:a16="http://schemas.microsoft.com/office/drawing/2014/main" id="{C62C212D-2434-4610-A983-7FC587B517B4}"/>
              </a:ext>
            </a:extLst>
          </p:cNvPr>
          <p:cNvSpPr>
            <a:spLocks noGrp="1"/>
          </p:cNvSpPr>
          <p:nvPr>
            <p:ph type="pic" sz="quarter" idx="14"/>
          </p:nvPr>
        </p:nvSpPr>
        <p:spPr>
          <a:xfrm>
            <a:off x="3009627" y="3064916"/>
            <a:ext cx="1447216" cy="1477990"/>
          </a:xfrm>
          <a:custGeom>
            <a:avLst/>
            <a:gdLst>
              <a:gd name="connsiteX0" fmla="*/ 107991 w 1447216"/>
              <a:gd name="connsiteY0" fmla="*/ 0 h 1477990"/>
              <a:gd name="connsiteX1" fmla="*/ 265817 w 1447216"/>
              <a:gd name="connsiteY1" fmla="*/ 0 h 1477990"/>
              <a:gd name="connsiteX2" fmla="*/ 298143 w 1447216"/>
              <a:gd name="connsiteY2" fmla="*/ 2318 h 1477990"/>
              <a:gd name="connsiteX3" fmla="*/ 364603 w 1447216"/>
              <a:gd name="connsiteY3" fmla="*/ 5440 h 1477990"/>
              <a:gd name="connsiteX4" fmla="*/ 566441 w 1447216"/>
              <a:gd name="connsiteY4" fmla="*/ 1098 h 1477990"/>
              <a:gd name="connsiteX5" fmla="*/ 606880 w 1447216"/>
              <a:gd name="connsiteY5" fmla="*/ 0 h 1477990"/>
              <a:gd name="connsiteX6" fmla="*/ 937733 w 1447216"/>
              <a:gd name="connsiteY6" fmla="*/ 0 h 1477990"/>
              <a:gd name="connsiteX7" fmla="*/ 964707 w 1447216"/>
              <a:gd name="connsiteY7" fmla="*/ 2227 h 1477990"/>
              <a:gd name="connsiteX8" fmla="*/ 1111826 w 1447216"/>
              <a:gd name="connsiteY8" fmla="*/ 1924 h 1477990"/>
              <a:gd name="connsiteX9" fmla="*/ 1161094 w 1447216"/>
              <a:gd name="connsiteY9" fmla="*/ 0 h 1477990"/>
              <a:gd name="connsiteX10" fmla="*/ 1236965 w 1447216"/>
              <a:gd name="connsiteY10" fmla="*/ 0 h 1477990"/>
              <a:gd name="connsiteX11" fmla="*/ 1290056 w 1447216"/>
              <a:gd name="connsiteY11" fmla="*/ 2288 h 1477990"/>
              <a:gd name="connsiteX12" fmla="*/ 1417398 w 1447216"/>
              <a:gd name="connsiteY12" fmla="*/ 166 h 1477990"/>
              <a:gd name="connsiteX13" fmla="*/ 1422068 w 1447216"/>
              <a:gd name="connsiteY13" fmla="*/ 0 h 1477990"/>
              <a:gd name="connsiteX14" fmla="*/ 1447216 w 1447216"/>
              <a:gd name="connsiteY14" fmla="*/ 0 h 1477990"/>
              <a:gd name="connsiteX15" fmla="*/ 1447216 w 1447216"/>
              <a:gd name="connsiteY15" fmla="*/ 1469823 h 1477990"/>
              <a:gd name="connsiteX16" fmla="*/ 1358700 w 1447216"/>
              <a:gd name="connsiteY16" fmla="*/ 1472353 h 1477990"/>
              <a:gd name="connsiteX17" fmla="*/ 1178286 w 1447216"/>
              <a:gd name="connsiteY17" fmla="*/ 1472353 h 1477990"/>
              <a:gd name="connsiteX18" fmla="*/ 859951 w 1447216"/>
              <a:gd name="connsiteY18" fmla="*/ 1465456 h 1477990"/>
              <a:gd name="connsiteX19" fmla="*/ 500701 w 1447216"/>
              <a:gd name="connsiteY19" fmla="*/ 1468013 h 1477990"/>
              <a:gd name="connsiteX20" fmla="*/ 234329 w 1447216"/>
              <a:gd name="connsiteY20" fmla="*/ 1461815 h 1477990"/>
              <a:gd name="connsiteX21" fmla="*/ 133135 w 1447216"/>
              <a:gd name="connsiteY21" fmla="*/ 1476769 h 1477990"/>
              <a:gd name="connsiteX22" fmla="*/ 12645 w 1447216"/>
              <a:gd name="connsiteY22" fmla="*/ 1477990 h 1477990"/>
              <a:gd name="connsiteX23" fmla="*/ 15316 w 1447216"/>
              <a:gd name="connsiteY23" fmla="*/ 1456307 h 1477990"/>
              <a:gd name="connsiteX24" fmla="*/ 11892 w 1447216"/>
              <a:gd name="connsiteY24" fmla="*/ 1403967 h 1477990"/>
              <a:gd name="connsiteX25" fmla="*/ 6412 w 1447216"/>
              <a:gd name="connsiteY25" fmla="*/ 1238066 h 1477990"/>
              <a:gd name="connsiteX26" fmla="*/ 6850 w 1447216"/>
              <a:gd name="connsiteY26" fmla="*/ 1113013 h 1477990"/>
              <a:gd name="connsiteX27" fmla="*/ 6850 w 1447216"/>
              <a:gd name="connsiteY27" fmla="*/ 1054331 h 1477990"/>
              <a:gd name="connsiteX28" fmla="*/ 9699 w 1447216"/>
              <a:gd name="connsiteY28" fmla="*/ 975879 h 1477990"/>
              <a:gd name="connsiteX29" fmla="*/ 4220 w 1447216"/>
              <a:gd name="connsiteY29" fmla="*/ 941150 h 1477990"/>
              <a:gd name="connsiteX30" fmla="*/ 6904 w 1447216"/>
              <a:gd name="connsiteY30" fmla="*/ 852238 h 1477990"/>
              <a:gd name="connsiteX31" fmla="*/ 9809 w 1447216"/>
              <a:gd name="connsiteY31" fmla="*/ 749518 h 1477990"/>
              <a:gd name="connsiteX32" fmla="*/ 10248 w 1447216"/>
              <a:gd name="connsiteY32" fmla="*/ 666724 h 1477990"/>
              <a:gd name="connsiteX33" fmla="*/ 11453 w 1447216"/>
              <a:gd name="connsiteY33" fmla="*/ 510291 h 1477990"/>
              <a:gd name="connsiteX34" fmla="*/ 10466 w 1447216"/>
              <a:gd name="connsiteY34" fmla="*/ 419129 h 1477990"/>
              <a:gd name="connsiteX35" fmla="*/ 10466 w 1447216"/>
              <a:gd name="connsiteY35" fmla="*/ 209924 h 1477990"/>
              <a:gd name="connsiteX36" fmla="*/ 10796 w 1447216"/>
              <a:gd name="connsiteY36" fmla="*/ 97581 h 1477990"/>
              <a:gd name="connsiteX37" fmla="*/ 3535 w 1447216"/>
              <a:gd name="connsiteY37" fmla="*/ 14494 h 1477990"/>
              <a:gd name="connsiteX38" fmla="*/ 3925 w 1447216"/>
              <a:gd name="connsiteY38" fmla="*/ 2002 h 1477990"/>
              <a:gd name="connsiteX39" fmla="*/ 72292 w 1447216"/>
              <a:gd name="connsiteY39" fmla="*/ 704 h 1477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447216" h="1477990">
                <a:moveTo>
                  <a:pt x="107991" y="0"/>
                </a:moveTo>
                <a:lnTo>
                  <a:pt x="265817" y="0"/>
                </a:lnTo>
                <a:lnTo>
                  <a:pt x="298143" y="2318"/>
                </a:lnTo>
                <a:cubicBezTo>
                  <a:pt x="320267" y="4440"/>
                  <a:pt x="342406" y="6289"/>
                  <a:pt x="364603" y="5440"/>
                </a:cubicBezTo>
                <a:cubicBezTo>
                  <a:pt x="431875" y="2955"/>
                  <a:pt x="499162" y="2121"/>
                  <a:pt x="566441" y="1098"/>
                </a:cubicBezTo>
                <a:lnTo>
                  <a:pt x="606880" y="0"/>
                </a:lnTo>
                <a:lnTo>
                  <a:pt x="937733" y="0"/>
                </a:lnTo>
                <a:lnTo>
                  <a:pt x="964707" y="2227"/>
                </a:lnTo>
                <a:cubicBezTo>
                  <a:pt x="1013530" y="9381"/>
                  <a:pt x="1062767" y="4955"/>
                  <a:pt x="1111826" y="1924"/>
                </a:cubicBezTo>
                <a:lnTo>
                  <a:pt x="1161094" y="0"/>
                </a:lnTo>
                <a:lnTo>
                  <a:pt x="1236965" y="0"/>
                </a:lnTo>
                <a:lnTo>
                  <a:pt x="1290056" y="2288"/>
                </a:lnTo>
                <a:cubicBezTo>
                  <a:pt x="1332385" y="6652"/>
                  <a:pt x="1374950" y="2591"/>
                  <a:pt x="1417398" y="166"/>
                </a:cubicBezTo>
                <a:lnTo>
                  <a:pt x="1422068" y="0"/>
                </a:lnTo>
                <a:lnTo>
                  <a:pt x="1447216" y="0"/>
                </a:lnTo>
                <a:lnTo>
                  <a:pt x="1447216" y="1469823"/>
                </a:lnTo>
                <a:lnTo>
                  <a:pt x="1358700" y="1472353"/>
                </a:lnTo>
                <a:cubicBezTo>
                  <a:pt x="1298542" y="1473360"/>
                  <a:pt x="1238141" y="1482658"/>
                  <a:pt x="1178286" y="1472353"/>
                </a:cubicBezTo>
                <a:cubicBezTo>
                  <a:pt x="1072672" y="1455500"/>
                  <a:pt x="965947" y="1453183"/>
                  <a:pt x="859951" y="1465456"/>
                </a:cubicBezTo>
                <a:cubicBezTo>
                  <a:pt x="740406" y="1477389"/>
                  <a:pt x="620344" y="1478242"/>
                  <a:pt x="500701" y="1468013"/>
                </a:cubicBezTo>
                <a:cubicBezTo>
                  <a:pt x="412072" y="1460730"/>
                  <a:pt x="323262" y="1455306"/>
                  <a:pt x="234329" y="1461815"/>
                </a:cubicBezTo>
                <a:cubicBezTo>
                  <a:pt x="200275" y="1464372"/>
                  <a:pt x="167069" y="1475530"/>
                  <a:pt x="133135" y="1476769"/>
                </a:cubicBezTo>
                <a:lnTo>
                  <a:pt x="12645" y="1477990"/>
                </a:lnTo>
                <a:lnTo>
                  <a:pt x="15316" y="1456307"/>
                </a:lnTo>
                <a:cubicBezTo>
                  <a:pt x="16577" y="1438825"/>
                  <a:pt x="16193" y="1421330"/>
                  <a:pt x="11892" y="1403967"/>
                </a:cubicBezTo>
                <a:cubicBezTo>
                  <a:pt x="-1808" y="1348788"/>
                  <a:pt x="932" y="1293662"/>
                  <a:pt x="6412" y="1238066"/>
                </a:cubicBezTo>
                <a:cubicBezTo>
                  <a:pt x="10522" y="1196695"/>
                  <a:pt x="15070" y="1154854"/>
                  <a:pt x="6850" y="1113013"/>
                </a:cubicBezTo>
                <a:cubicBezTo>
                  <a:pt x="3316" y="1093599"/>
                  <a:pt x="3316" y="1073745"/>
                  <a:pt x="6850" y="1054331"/>
                </a:cubicBezTo>
                <a:cubicBezTo>
                  <a:pt x="11124" y="1028180"/>
                  <a:pt x="15179" y="1002291"/>
                  <a:pt x="9699" y="975879"/>
                </a:cubicBezTo>
                <a:cubicBezTo>
                  <a:pt x="7289" y="964373"/>
                  <a:pt x="5481" y="952762"/>
                  <a:pt x="4220" y="941150"/>
                </a:cubicBezTo>
                <a:cubicBezTo>
                  <a:pt x="1710" y="911506"/>
                  <a:pt x="2609" y="881694"/>
                  <a:pt x="6904" y="852238"/>
                </a:cubicBezTo>
                <a:cubicBezTo>
                  <a:pt x="11015" y="818033"/>
                  <a:pt x="4329" y="783619"/>
                  <a:pt x="9809" y="749518"/>
                </a:cubicBezTo>
                <a:cubicBezTo>
                  <a:pt x="13700" y="722055"/>
                  <a:pt x="13848" y="694225"/>
                  <a:pt x="10248" y="666724"/>
                </a:cubicBezTo>
                <a:cubicBezTo>
                  <a:pt x="3770" y="614737"/>
                  <a:pt x="4175" y="562179"/>
                  <a:pt x="11453" y="510291"/>
                </a:cubicBezTo>
                <a:cubicBezTo>
                  <a:pt x="15947" y="480008"/>
                  <a:pt x="18522" y="448837"/>
                  <a:pt x="10466" y="419129"/>
                </a:cubicBezTo>
                <a:cubicBezTo>
                  <a:pt x="-8494" y="349307"/>
                  <a:pt x="2576" y="279380"/>
                  <a:pt x="10466" y="209924"/>
                </a:cubicBezTo>
                <a:cubicBezTo>
                  <a:pt x="15262" y="172623"/>
                  <a:pt x="15371" y="134908"/>
                  <a:pt x="10796" y="97581"/>
                </a:cubicBezTo>
                <a:cubicBezTo>
                  <a:pt x="6735" y="70015"/>
                  <a:pt x="4313" y="42275"/>
                  <a:pt x="3535" y="14494"/>
                </a:cubicBezTo>
                <a:lnTo>
                  <a:pt x="3925" y="2002"/>
                </a:lnTo>
                <a:lnTo>
                  <a:pt x="72292" y="704"/>
                </a:lnTo>
                <a:close/>
              </a:path>
            </a:pathLst>
          </a:custGeom>
        </p:spPr>
        <p:txBody>
          <a:bodyPr wrap="square" anchor="ctr">
            <a:noAutofit/>
          </a:bodyPr>
          <a:lstStyle>
            <a:lvl1pPr algn="ctr">
              <a:buNone/>
              <a:defRPr sz="2000"/>
            </a:lvl1pPr>
          </a:lstStyle>
          <a:p>
            <a:r>
              <a:rPr lang="en-US"/>
              <a:t>Click icon to add picture</a:t>
            </a:r>
            <a:endParaRPr lang="en-US" dirty="0"/>
          </a:p>
        </p:txBody>
      </p:sp>
      <p:sp>
        <p:nvSpPr>
          <p:cNvPr id="26" name="Picture Placeholder 25">
            <a:extLst>
              <a:ext uri="{FF2B5EF4-FFF2-40B4-BE49-F238E27FC236}">
                <a16:creationId xmlns:a16="http://schemas.microsoft.com/office/drawing/2014/main" id="{32959C17-53EC-4A48-8276-E73A5CF1258A}"/>
              </a:ext>
            </a:extLst>
          </p:cNvPr>
          <p:cNvSpPr>
            <a:spLocks noGrp="1"/>
          </p:cNvSpPr>
          <p:nvPr>
            <p:ph type="pic" sz="quarter" idx="13"/>
          </p:nvPr>
        </p:nvSpPr>
        <p:spPr>
          <a:xfrm>
            <a:off x="648304" y="3058476"/>
            <a:ext cx="1463039" cy="1484431"/>
          </a:xfrm>
          <a:custGeom>
            <a:avLst/>
            <a:gdLst>
              <a:gd name="connsiteX0" fmla="*/ 866623 w 1463039"/>
              <a:gd name="connsiteY0" fmla="*/ 570 h 1484431"/>
              <a:gd name="connsiteX1" fmla="*/ 964707 w 1463039"/>
              <a:gd name="connsiteY1" fmla="*/ 8668 h 1484431"/>
              <a:gd name="connsiteX2" fmla="*/ 1111826 w 1463039"/>
              <a:gd name="connsiteY2" fmla="*/ 8365 h 1484431"/>
              <a:gd name="connsiteX3" fmla="*/ 1290056 w 1463039"/>
              <a:gd name="connsiteY3" fmla="*/ 8729 h 1484431"/>
              <a:gd name="connsiteX4" fmla="*/ 1417398 w 1463039"/>
              <a:gd name="connsiteY4" fmla="*/ 6607 h 1484431"/>
              <a:gd name="connsiteX5" fmla="*/ 1454474 w 1463039"/>
              <a:gd name="connsiteY5" fmla="*/ 5289 h 1484431"/>
              <a:gd name="connsiteX6" fmla="*/ 1449519 w 1463039"/>
              <a:gd name="connsiteY6" fmla="*/ 94304 h 1484431"/>
              <a:gd name="connsiteX7" fmla="*/ 1454055 w 1463039"/>
              <a:gd name="connsiteY7" fmla="*/ 198722 h 1484431"/>
              <a:gd name="connsiteX8" fmla="*/ 1456616 w 1463039"/>
              <a:gd name="connsiteY8" fmla="*/ 391198 h 1484431"/>
              <a:gd name="connsiteX9" fmla="*/ 1452608 w 1463039"/>
              <a:gd name="connsiteY9" fmla="*/ 565101 h 1484431"/>
              <a:gd name="connsiteX10" fmla="*/ 1461013 w 1463039"/>
              <a:gd name="connsiteY10" fmla="*/ 624833 h 1484431"/>
              <a:gd name="connsiteX11" fmla="*/ 1451384 w 1463039"/>
              <a:gd name="connsiteY11" fmla="*/ 907021 h 1484431"/>
              <a:gd name="connsiteX12" fmla="*/ 1452664 w 1463039"/>
              <a:gd name="connsiteY12" fmla="*/ 1009693 h 1484431"/>
              <a:gd name="connsiteX13" fmla="*/ 1456003 w 1463039"/>
              <a:gd name="connsiteY13" fmla="*/ 1096987 h 1484431"/>
              <a:gd name="connsiteX14" fmla="*/ 1453721 w 1463039"/>
              <a:gd name="connsiteY14" fmla="*/ 1174561 h 1484431"/>
              <a:gd name="connsiteX15" fmla="*/ 1461723 w 1463039"/>
              <a:gd name="connsiteY15" fmla="*/ 1280017 h 1484431"/>
              <a:gd name="connsiteX16" fmla="*/ 1463039 w 1463039"/>
              <a:gd name="connsiteY16" fmla="*/ 1330730 h 1484431"/>
              <a:gd name="connsiteX17" fmla="*/ 1463039 w 1463039"/>
              <a:gd name="connsiteY17" fmla="*/ 1433812 h 1484431"/>
              <a:gd name="connsiteX18" fmla="*/ 1458898 w 1463039"/>
              <a:gd name="connsiteY18" fmla="*/ 1471899 h 1484431"/>
              <a:gd name="connsiteX19" fmla="*/ 1458307 w 1463039"/>
              <a:gd name="connsiteY19" fmla="*/ 1476108 h 1484431"/>
              <a:gd name="connsiteX20" fmla="*/ 1456252 w 1463039"/>
              <a:gd name="connsiteY20" fmla="*/ 1476005 h 1484431"/>
              <a:gd name="connsiteX21" fmla="*/ 1358700 w 1463039"/>
              <a:gd name="connsiteY21" fmla="*/ 1478794 h 1484431"/>
              <a:gd name="connsiteX22" fmla="*/ 1178286 w 1463039"/>
              <a:gd name="connsiteY22" fmla="*/ 1478794 h 1484431"/>
              <a:gd name="connsiteX23" fmla="*/ 859951 w 1463039"/>
              <a:gd name="connsiteY23" fmla="*/ 1471897 h 1484431"/>
              <a:gd name="connsiteX24" fmla="*/ 500701 w 1463039"/>
              <a:gd name="connsiteY24" fmla="*/ 1474454 h 1484431"/>
              <a:gd name="connsiteX25" fmla="*/ 234329 w 1463039"/>
              <a:gd name="connsiteY25" fmla="*/ 1468256 h 1484431"/>
              <a:gd name="connsiteX26" fmla="*/ 133135 w 1463039"/>
              <a:gd name="connsiteY26" fmla="*/ 1483210 h 1484431"/>
              <a:gd name="connsiteX27" fmla="*/ 12645 w 1463039"/>
              <a:gd name="connsiteY27" fmla="*/ 1484431 h 1484431"/>
              <a:gd name="connsiteX28" fmla="*/ 15316 w 1463039"/>
              <a:gd name="connsiteY28" fmla="*/ 1462748 h 1484431"/>
              <a:gd name="connsiteX29" fmla="*/ 11892 w 1463039"/>
              <a:gd name="connsiteY29" fmla="*/ 1410408 h 1484431"/>
              <a:gd name="connsiteX30" fmla="*/ 6412 w 1463039"/>
              <a:gd name="connsiteY30" fmla="*/ 1244507 h 1484431"/>
              <a:gd name="connsiteX31" fmla="*/ 6850 w 1463039"/>
              <a:gd name="connsiteY31" fmla="*/ 1119454 h 1484431"/>
              <a:gd name="connsiteX32" fmla="*/ 6850 w 1463039"/>
              <a:gd name="connsiteY32" fmla="*/ 1060772 h 1484431"/>
              <a:gd name="connsiteX33" fmla="*/ 9699 w 1463039"/>
              <a:gd name="connsiteY33" fmla="*/ 982320 h 1484431"/>
              <a:gd name="connsiteX34" fmla="*/ 4220 w 1463039"/>
              <a:gd name="connsiteY34" fmla="*/ 947591 h 1484431"/>
              <a:gd name="connsiteX35" fmla="*/ 6904 w 1463039"/>
              <a:gd name="connsiteY35" fmla="*/ 858679 h 1484431"/>
              <a:gd name="connsiteX36" fmla="*/ 9809 w 1463039"/>
              <a:gd name="connsiteY36" fmla="*/ 755959 h 1484431"/>
              <a:gd name="connsiteX37" fmla="*/ 10248 w 1463039"/>
              <a:gd name="connsiteY37" fmla="*/ 673165 h 1484431"/>
              <a:gd name="connsiteX38" fmla="*/ 11453 w 1463039"/>
              <a:gd name="connsiteY38" fmla="*/ 516732 h 1484431"/>
              <a:gd name="connsiteX39" fmla="*/ 10466 w 1463039"/>
              <a:gd name="connsiteY39" fmla="*/ 425570 h 1484431"/>
              <a:gd name="connsiteX40" fmla="*/ 10466 w 1463039"/>
              <a:gd name="connsiteY40" fmla="*/ 216365 h 1484431"/>
              <a:gd name="connsiteX41" fmla="*/ 10796 w 1463039"/>
              <a:gd name="connsiteY41" fmla="*/ 104022 h 1484431"/>
              <a:gd name="connsiteX42" fmla="*/ 3535 w 1463039"/>
              <a:gd name="connsiteY42" fmla="*/ 20935 h 1484431"/>
              <a:gd name="connsiteX43" fmla="*/ 3925 w 1463039"/>
              <a:gd name="connsiteY43" fmla="*/ 8443 h 1484431"/>
              <a:gd name="connsiteX44" fmla="*/ 72292 w 1463039"/>
              <a:gd name="connsiteY44" fmla="*/ 7145 h 1484431"/>
              <a:gd name="connsiteX45" fmla="*/ 231771 w 1463039"/>
              <a:gd name="connsiteY45" fmla="*/ 4000 h 1484431"/>
              <a:gd name="connsiteX46" fmla="*/ 364603 w 1463039"/>
              <a:gd name="connsiteY46" fmla="*/ 11881 h 1484431"/>
              <a:gd name="connsiteX47" fmla="*/ 768234 w 1463039"/>
              <a:gd name="connsiteY47" fmla="*/ 2060 h 1484431"/>
              <a:gd name="connsiteX48" fmla="*/ 866623 w 1463039"/>
              <a:gd name="connsiteY48" fmla="*/ 570 h 1484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463039" h="1484431">
                <a:moveTo>
                  <a:pt x="866623" y="570"/>
                </a:moveTo>
                <a:cubicBezTo>
                  <a:pt x="899406" y="1672"/>
                  <a:pt x="932137" y="4373"/>
                  <a:pt x="964707" y="8668"/>
                </a:cubicBezTo>
                <a:cubicBezTo>
                  <a:pt x="1013530" y="15822"/>
                  <a:pt x="1062767" y="11396"/>
                  <a:pt x="1111826" y="8365"/>
                </a:cubicBezTo>
                <a:cubicBezTo>
                  <a:pt x="1171217" y="4667"/>
                  <a:pt x="1230548" y="2666"/>
                  <a:pt x="1290056" y="8729"/>
                </a:cubicBezTo>
                <a:cubicBezTo>
                  <a:pt x="1332385" y="13093"/>
                  <a:pt x="1374950" y="9032"/>
                  <a:pt x="1417398" y="6607"/>
                </a:cubicBezTo>
                <a:lnTo>
                  <a:pt x="1454474" y="5289"/>
                </a:lnTo>
                <a:lnTo>
                  <a:pt x="1449519" y="94304"/>
                </a:lnTo>
                <a:cubicBezTo>
                  <a:pt x="1449060" y="129133"/>
                  <a:pt x="1450326" y="163950"/>
                  <a:pt x="1454055" y="198722"/>
                </a:cubicBezTo>
                <a:cubicBezTo>
                  <a:pt x="1460000" y="262766"/>
                  <a:pt x="1460857" y="327061"/>
                  <a:pt x="1456616" y="391198"/>
                </a:cubicBezTo>
                <a:cubicBezTo>
                  <a:pt x="1453666" y="449150"/>
                  <a:pt x="1446429" y="507011"/>
                  <a:pt x="1452608" y="565101"/>
                </a:cubicBezTo>
                <a:cubicBezTo>
                  <a:pt x="1454723" y="585088"/>
                  <a:pt x="1459844" y="604709"/>
                  <a:pt x="1461013" y="624833"/>
                </a:cubicBezTo>
                <a:cubicBezTo>
                  <a:pt x="1466579" y="719109"/>
                  <a:pt x="1458230" y="813065"/>
                  <a:pt x="1451384" y="907021"/>
                </a:cubicBezTo>
                <a:cubicBezTo>
                  <a:pt x="1448879" y="941245"/>
                  <a:pt x="1445817" y="975469"/>
                  <a:pt x="1452664" y="1009693"/>
                </a:cubicBezTo>
                <a:cubicBezTo>
                  <a:pt x="1458091" y="1038573"/>
                  <a:pt x="1459210" y="1067888"/>
                  <a:pt x="1456003" y="1096987"/>
                </a:cubicBezTo>
                <a:cubicBezTo>
                  <a:pt x="1452797" y="1122759"/>
                  <a:pt x="1452035" y="1148692"/>
                  <a:pt x="1453721" y="1174561"/>
                </a:cubicBezTo>
                <a:cubicBezTo>
                  <a:pt x="1457200" y="1209698"/>
                  <a:pt x="1459900" y="1244846"/>
                  <a:pt x="1461723" y="1280017"/>
                </a:cubicBezTo>
                <a:lnTo>
                  <a:pt x="1463039" y="1330730"/>
                </a:lnTo>
                <a:lnTo>
                  <a:pt x="1463039" y="1433812"/>
                </a:lnTo>
                <a:lnTo>
                  <a:pt x="1458898" y="1471899"/>
                </a:lnTo>
                <a:lnTo>
                  <a:pt x="1458307" y="1476108"/>
                </a:lnTo>
                <a:lnTo>
                  <a:pt x="1456252" y="1476005"/>
                </a:lnTo>
                <a:cubicBezTo>
                  <a:pt x="1423776" y="1477709"/>
                  <a:pt x="1391237" y="1478251"/>
                  <a:pt x="1358700" y="1478794"/>
                </a:cubicBezTo>
                <a:cubicBezTo>
                  <a:pt x="1298542" y="1479801"/>
                  <a:pt x="1238141" y="1489099"/>
                  <a:pt x="1178286" y="1478794"/>
                </a:cubicBezTo>
                <a:cubicBezTo>
                  <a:pt x="1072672" y="1461941"/>
                  <a:pt x="965947" y="1459624"/>
                  <a:pt x="859951" y="1471897"/>
                </a:cubicBezTo>
                <a:cubicBezTo>
                  <a:pt x="740406" y="1483830"/>
                  <a:pt x="620344" y="1484683"/>
                  <a:pt x="500701" y="1474454"/>
                </a:cubicBezTo>
                <a:cubicBezTo>
                  <a:pt x="412072" y="1467171"/>
                  <a:pt x="323262" y="1461747"/>
                  <a:pt x="234329" y="1468256"/>
                </a:cubicBezTo>
                <a:cubicBezTo>
                  <a:pt x="200275" y="1470813"/>
                  <a:pt x="167069" y="1481971"/>
                  <a:pt x="133135" y="1483210"/>
                </a:cubicBezTo>
                <a:lnTo>
                  <a:pt x="12645" y="1484431"/>
                </a:lnTo>
                <a:lnTo>
                  <a:pt x="15316" y="1462748"/>
                </a:lnTo>
                <a:cubicBezTo>
                  <a:pt x="16577" y="1445266"/>
                  <a:pt x="16193" y="1427771"/>
                  <a:pt x="11892" y="1410408"/>
                </a:cubicBezTo>
                <a:cubicBezTo>
                  <a:pt x="-1808" y="1355229"/>
                  <a:pt x="932" y="1300103"/>
                  <a:pt x="6412" y="1244507"/>
                </a:cubicBezTo>
                <a:cubicBezTo>
                  <a:pt x="10522" y="1203136"/>
                  <a:pt x="15070" y="1161295"/>
                  <a:pt x="6850" y="1119454"/>
                </a:cubicBezTo>
                <a:cubicBezTo>
                  <a:pt x="3316" y="1100040"/>
                  <a:pt x="3316" y="1080186"/>
                  <a:pt x="6850" y="1060772"/>
                </a:cubicBezTo>
                <a:cubicBezTo>
                  <a:pt x="11124" y="1034621"/>
                  <a:pt x="15179" y="1008732"/>
                  <a:pt x="9699" y="982320"/>
                </a:cubicBezTo>
                <a:cubicBezTo>
                  <a:pt x="7289" y="970814"/>
                  <a:pt x="5481" y="959203"/>
                  <a:pt x="4220" y="947591"/>
                </a:cubicBezTo>
                <a:cubicBezTo>
                  <a:pt x="1710" y="917947"/>
                  <a:pt x="2609" y="888135"/>
                  <a:pt x="6904" y="858679"/>
                </a:cubicBezTo>
                <a:cubicBezTo>
                  <a:pt x="11015" y="824474"/>
                  <a:pt x="4329" y="790060"/>
                  <a:pt x="9809" y="755959"/>
                </a:cubicBezTo>
                <a:cubicBezTo>
                  <a:pt x="13700" y="728496"/>
                  <a:pt x="13848" y="700666"/>
                  <a:pt x="10248" y="673165"/>
                </a:cubicBezTo>
                <a:cubicBezTo>
                  <a:pt x="3770" y="621178"/>
                  <a:pt x="4175" y="568620"/>
                  <a:pt x="11453" y="516732"/>
                </a:cubicBezTo>
                <a:cubicBezTo>
                  <a:pt x="15947" y="486449"/>
                  <a:pt x="18522" y="455278"/>
                  <a:pt x="10466" y="425570"/>
                </a:cubicBezTo>
                <a:cubicBezTo>
                  <a:pt x="-8494" y="355748"/>
                  <a:pt x="2576" y="285821"/>
                  <a:pt x="10466" y="216365"/>
                </a:cubicBezTo>
                <a:cubicBezTo>
                  <a:pt x="15262" y="179064"/>
                  <a:pt x="15371" y="141349"/>
                  <a:pt x="10796" y="104022"/>
                </a:cubicBezTo>
                <a:cubicBezTo>
                  <a:pt x="6735" y="76456"/>
                  <a:pt x="4313" y="48716"/>
                  <a:pt x="3535" y="20935"/>
                </a:cubicBezTo>
                <a:lnTo>
                  <a:pt x="3925" y="8443"/>
                </a:lnTo>
                <a:lnTo>
                  <a:pt x="72292" y="7145"/>
                </a:lnTo>
                <a:cubicBezTo>
                  <a:pt x="125550" y="5561"/>
                  <a:pt x="178728" y="3394"/>
                  <a:pt x="231771" y="4000"/>
                </a:cubicBezTo>
                <a:cubicBezTo>
                  <a:pt x="276049" y="4485"/>
                  <a:pt x="320208" y="13578"/>
                  <a:pt x="364603" y="11881"/>
                </a:cubicBezTo>
                <a:cubicBezTo>
                  <a:pt x="499147" y="6910"/>
                  <a:pt x="633750" y="8547"/>
                  <a:pt x="768234" y="2060"/>
                </a:cubicBezTo>
                <a:cubicBezTo>
                  <a:pt x="801008" y="-38"/>
                  <a:pt x="833841" y="-533"/>
                  <a:pt x="866623" y="570"/>
                </a:cubicBezTo>
                <a:close/>
              </a:path>
            </a:pathLst>
          </a:custGeom>
        </p:spPr>
        <p:txBody>
          <a:bodyPr wrap="square" anchor="ctr">
            <a:noAutofit/>
          </a:bodyPr>
          <a:lstStyle>
            <a:lvl1pPr algn="ctr">
              <a:buNone/>
              <a:defRPr sz="2000"/>
            </a:lvl1pPr>
          </a:lstStyle>
          <a:p>
            <a:r>
              <a:rPr lang="en-US"/>
              <a:t>Click icon to add picture</a:t>
            </a:r>
            <a:endParaRPr lang="en-US" dirty="0"/>
          </a:p>
        </p:txBody>
      </p:sp>
      <p:sp>
        <p:nvSpPr>
          <p:cNvPr id="2" name="Title 1">
            <a:extLst>
              <a:ext uri="{FF2B5EF4-FFF2-40B4-BE49-F238E27FC236}">
                <a16:creationId xmlns:a16="http://schemas.microsoft.com/office/drawing/2014/main" id="{465D02BC-5A24-47F7-A4DF-B93FBC0C51B0}"/>
              </a:ext>
            </a:extLst>
          </p:cNvPr>
          <p:cNvSpPr>
            <a:spLocks noGrp="1"/>
          </p:cNvSpPr>
          <p:nvPr>
            <p:ph type="title"/>
          </p:nvPr>
        </p:nvSpPr>
        <p:spPr>
          <a:xfrm>
            <a:off x="0" y="365125"/>
            <a:ext cx="12188952" cy="1325563"/>
          </a:xfrm>
        </p:spPr>
        <p:txBody>
          <a:bodyPr/>
          <a:lstStyle>
            <a:lvl1pPr algn="ctr">
              <a:defRPr sz="7200"/>
            </a:lvl1pPr>
          </a:lstStyle>
          <a:p>
            <a:r>
              <a:rPr lang="en-US"/>
              <a:t>Click to edit Master title style</a:t>
            </a:r>
          </a:p>
        </p:txBody>
      </p:sp>
      <p:sp>
        <p:nvSpPr>
          <p:cNvPr id="5" name="Footer Placeholder 4">
            <a:extLst>
              <a:ext uri="{FF2B5EF4-FFF2-40B4-BE49-F238E27FC236}">
                <a16:creationId xmlns:a16="http://schemas.microsoft.com/office/drawing/2014/main" id="{2AD2029B-6646-4DBF-A302-76A513FC64DB}"/>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9E6D4DFD-766F-4E45-A00C-2B5E8CE9A908}"/>
              </a:ext>
            </a:extLst>
          </p:cNvPr>
          <p:cNvSpPr>
            <a:spLocks noGrp="1"/>
          </p:cNvSpPr>
          <p:nvPr>
            <p:ph type="sldNum" sz="quarter" idx="12"/>
          </p:nvPr>
        </p:nvSpPr>
        <p:spPr/>
        <p:txBody>
          <a:bodyPr/>
          <a:lstStyle/>
          <a:p>
            <a:fld id="{2C18C1E5-FB55-42F5-BD6D-9CC153FCDBE6}" type="slidenum">
              <a:rPr lang="en-US" smtClean="0"/>
              <a:t>‹#›</a:t>
            </a:fld>
            <a:endParaRPr lang="en-US" dirty="0"/>
          </a:p>
        </p:txBody>
      </p:sp>
      <p:sp>
        <p:nvSpPr>
          <p:cNvPr id="19" name="Rectangle 18" descr="Tag=AccentColor&#10;Flavor=Light&#10;Target=FillAndLine">
            <a:extLst>
              <a:ext uri="{FF2B5EF4-FFF2-40B4-BE49-F238E27FC236}">
                <a16:creationId xmlns:a16="http://schemas.microsoft.com/office/drawing/2014/main" id="{2D7984C8-AF4A-4D59-BB2D-72D92F873C07}"/>
              </a:ext>
            </a:extLst>
          </p:cNvPr>
          <p:cNvSpPr/>
          <p:nvPr userDrawn="1"/>
        </p:nvSpPr>
        <p:spPr>
          <a:xfrm flipV="1">
            <a:off x="648305" y="2067561"/>
            <a:ext cx="10900219" cy="18288"/>
          </a:xfrm>
          <a:custGeom>
            <a:avLst/>
            <a:gdLst>
              <a:gd name="connsiteX0" fmla="*/ 0 w 10900219"/>
              <a:gd name="connsiteY0" fmla="*/ 0 h 18288"/>
              <a:gd name="connsiteX1" fmla="*/ 463259 w 10900219"/>
              <a:gd name="connsiteY1" fmla="*/ 0 h 18288"/>
              <a:gd name="connsiteX2" fmla="*/ 1144523 w 10900219"/>
              <a:gd name="connsiteY2" fmla="*/ 0 h 18288"/>
              <a:gd name="connsiteX3" fmla="*/ 1934789 w 10900219"/>
              <a:gd name="connsiteY3" fmla="*/ 0 h 18288"/>
              <a:gd name="connsiteX4" fmla="*/ 2289046 w 10900219"/>
              <a:gd name="connsiteY4" fmla="*/ 0 h 18288"/>
              <a:gd name="connsiteX5" fmla="*/ 2643303 w 10900219"/>
              <a:gd name="connsiteY5" fmla="*/ 0 h 18288"/>
              <a:gd name="connsiteX6" fmla="*/ 3542571 w 10900219"/>
              <a:gd name="connsiteY6" fmla="*/ 0 h 18288"/>
              <a:gd name="connsiteX7" fmla="*/ 4223835 w 10900219"/>
              <a:gd name="connsiteY7" fmla="*/ 0 h 18288"/>
              <a:gd name="connsiteX8" fmla="*/ 4578092 w 10900219"/>
              <a:gd name="connsiteY8" fmla="*/ 0 h 18288"/>
              <a:gd name="connsiteX9" fmla="*/ 5259356 w 10900219"/>
              <a:gd name="connsiteY9" fmla="*/ 0 h 18288"/>
              <a:gd name="connsiteX10" fmla="*/ 6158624 w 10900219"/>
              <a:gd name="connsiteY10" fmla="*/ 0 h 18288"/>
              <a:gd name="connsiteX11" fmla="*/ 6730885 w 10900219"/>
              <a:gd name="connsiteY11" fmla="*/ 0 h 18288"/>
              <a:gd name="connsiteX12" fmla="*/ 7303147 w 10900219"/>
              <a:gd name="connsiteY12" fmla="*/ 0 h 18288"/>
              <a:gd name="connsiteX13" fmla="*/ 7984410 w 10900219"/>
              <a:gd name="connsiteY13" fmla="*/ 0 h 18288"/>
              <a:gd name="connsiteX14" fmla="*/ 8774676 w 10900219"/>
              <a:gd name="connsiteY14" fmla="*/ 0 h 18288"/>
              <a:gd name="connsiteX15" fmla="*/ 9564942 w 10900219"/>
              <a:gd name="connsiteY15" fmla="*/ 0 h 18288"/>
              <a:gd name="connsiteX16" fmla="*/ 10900219 w 10900219"/>
              <a:gd name="connsiteY16" fmla="*/ 0 h 18288"/>
              <a:gd name="connsiteX17" fmla="*/ 10900219 w 10900219"/>
              <a:gd name="connsiteY17" fmla="*/ 18288 h 18288"/>
              <a:gd name="connsiteX18" fmla="*/ 10436960 w 10900219"/>
              <a:gd name="connsiteY18" fmla="*/ 18288 h 18288"/>
              <a:gd name="connsiteX19" fmla="*/ 9537692 w 10900219"/>
              <a:gd name="connsiteY19" fmla="*/ 18288 h 18288"/>
              <a:gd name="connsiteX20" fmla="*/ 8856428 w 10900219"/>
              <a:gd name="connsiteY20" fmla="*/ 18288 h 18288"/>
              <a:gd name="connsiteX21" fmla="*/ 8502171 w 10900219"/>
              <a:gd name="connsiteY21" fmla="*/ 18288 h 18288"/>
              <a:gd name="connsiteX22" fmla="*/ 7820907 w 10900219"/>
              <a:gd name="connsiteY22" fmla="*/ 18288 h 18288"/>
              <a:gd name="connsiteX23" fmla="*/ 7248646 w 10900219"/>
              <a:gd name="connsiteY23" fmla="*/ 18288 h 18288"/>
              <a:gd name="connsiteX24" fmla="*/ 6676384 w 10900219"/>
              <a:gd name="connsiteY24" fmla="*/ 18288 h 18288"/>
              <a:gd name="connsiteX25" fmla="*/ 6104123 w 10900219"/>
              <a:gd name="connsiteY25" fmla="*/ 18288 h 18288"/>
              <a:gd name="connsiteX26" fmla="*/ 5531861 w 10900219"/>
              <a:gd name="connsiteY26" fmla="*/ 18288 h 18288"/>
              <a:gd name="connsiteX27" fmla="*/ 4741595 w 10900219"/>
              <a:gd name="connsiteY27" fmla="*/ 18288 h 18288"/>
              <a:gd name="connsiteX28" fmla="*/ 4060332 w 10900219"/>
              <a:gd name="connsiteY28" fmla="*/ 18288 h 18288"/>
              <a:gd name="connsiteX29" fmla="*/ 3706074 w 10900219"/>
              <a:gd name="connsiteY29" fmla="*/ 18288 h 18288"/>
              <a:gd name="connsiteX30" fmla="*/ 3133813 w 10900219"/>
              <a:gd name="connsiteY30" fmla="*/ 18288 h 18288"/>
              <a:gd name="connsiteX31" fmla="*/ 2343547 w 10900219"/>
              <a:gd name="connsiteY31" fmla="*/ 18288 h 18288"/>
              <a:gd name="connsiteX32" fmla="*/ 1880288 w 10900219"/>
              <a:gd name="connsiteY32" fmla="*/ 18288 h 18288"/>
              <a:gd name="connsiteX33" fmla="*/ 981020 w 10900219"/>
              <a:gd name="connsiteY33" fmla="*/ 18288 h 18288"/>
              <a:gd name="connsiteX34" fmla="*/ 0 w 10900219"/>
              <a:gd name="connsiteY34" fmla="*/ 18288 h 18288"/>
              <a:gd name="connsiteX35" fmla="*/ 0 w 10900219"/>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900219" h="18288" fill="none" extrusionOk="0">
                <a:moveTo>
                  <a:pt x="0" y="0"/>
                </a:moveTo>
                <a:cubicBezTo>
                  <a:pt x="118469" y="-6619"/>
                  <a:pt x="329397" y="-5525"/>
                  <a:pt x="463259" y="0"/>
                </a:cubicBezTo>
                <a:cubicBezTo>
                  <a:pt x="597121" y="5525"/>
                  <a:pt x="866598" y="4881"/>
                  <a:pt x="1144523" y="0"/>
                </a:cubicBezTo>
                <a:cubicBezTo>
                  <a:pt x="1422448" y="-4881"/>
                  <a:pt x="1761178" y="17159"/>
                  <a:pt x="1934789" y="0"/>
                </a:cubicBezTo>
                <a:cubicBezTo>
                  <a:pt x="2108400" y="-17159"/>
                  <a:pt x="2119134" y="-4032"/>
                  <a:pt x="2289046" y="0"/>
                </a:cubicBezTo>
                <a:cubicBezTo>
                  <a:pt x="2458958" y="4032"/>
                  <a:pt x="2472610" y="15385"/>
                  <a:pt x="2643303" y="0"/>
                </a:cubicBezTo>
                <a:cubicBezTo>
                  <a:pt x="2813996" y="-15385"/>
                  <a:pt x="3334189" y="-21234"/>
                  <a:pt x="3542571" y="0"/>
                </a:cubicBezTo>
                <a:cubicBezTo>
                  <a:pt x="3750953" y="21234"/>
                  <a:pt x="3991639" y="13212"/>
                  <a:pt x="4223835" y="0"/>
                </a:cubicBezTo>
                <a:cubicBezTo>
                  <a:pt x="4456031" y="-13212"/>
                  <a:pt x="4466914" y="13318"/>
                  <a:pt x="4578092" y="0"/>
                </a:cubicBezTo>
                <a:cubicBezTo>
                  <a:pt x="4689270" y="-13318"/>
                  <a:pt x="5120635" y="31363"/>
                  <a:pt x="5259356" y="0"/>
                </a:cubicBezTo>
                <a:cubicBezTo>
                  <a:pt x="5398077" y="-31363"/>
                  <a:pt x="5954119" y="-7091"/>
                  <a:pt x="6158624" y="0"/>
                </a:cubicBezTo>
                <a:cubicBezTo>
                  <a:pt x="6363129" y="7091"/>
                  <a:pt x="6535071" y="-8480"/>
                  <a:pt x="6730885" y="0"/>
                </a:cubicBezTo>
                <a:cubicBezTo>
                  <a:pt x="6926699" y="8480"/>
                  <a:pt x="7091018" y="19194"/>
                  <a:pt x="7303147" y="0"/>
                </a:cubicBezTo>
                <a:cubicBezTo>
                  <a:pt x="7515276" y="-19194"/>
                  <a:pt x="7840361" y="30755"/>
                  <a:pt x="7984410" y="0"/>
                </a:cubicBezTo>
                <a:cubicBezTo>
                  <a:pt x="8128459" y="-30755"/>
                  <a:pt x="8498590" y="39460"/>
                  <a:pt x="8774676" y="0"/>
                </a:cubicBezTo>
                <a:cubicBezTo>
                  <a:pt x="9050762" y="-39460"/>
                  <a:pt x="9204381" y="36508"/>
                  <a:pt x="9564942" y="0"/>
                </a:cubicBezTo>
                <a:cubicBezTo>
                  <a:pt x="9925503" y="-36508"/>
                  <a:pt x="10235542" y="59225"/>
                  <a:pt x="10900219" y="0"/>
                </a:cubicBezTo>
                <a:cubicBezTo>
                  <a:pt x="10900865" y="4451"/>
                  <a:pt x="10900709" y="9226"/>
                  <a:pt x="10900219" y="18288"/>
                </a:cubicBezTo>
                <a:cubicBezTo>
                  <a:pt x="10675942" y="21751"/>
                  <a:pt x="10609372" y="26977"/>
                  <a:pt x="10436960" y="18288"/>
                </a:cubicBezTo>
                <a:cubicBezTo>
                  <a:pt x="10264548" y="9599"/>
                  <a:pt x="9961150" y="-11074"/>
                  <a:pt x="9537692" y="18288"/>
                </a:cubicBezTo>
                <a:cubicBezTo>
                  <a:pt x="9114234" y="47650"/>
                  <a:pt x="9087386" y="35169"/>
                  <a:pt x="8856428" y="18288"/>
                </a:cubicBezTo>
                <a:cubicBezTo>
                  <a:pt x="8625470" y="1407"/>
                  <a:pt x="8634361" y="13786"/>
                  <a:pt x="8502171" y="18288"/>
                </a:cubicBezTo>
                <a:cubicBezTo>
                  <a:pt x="8369981" y="22790"/>
                  <a:pt x="8132296" y="22561"/>
                  <a:pt x="7820907" y="18288"/>
                </a:cubicBezTo>
                <a:cubicBezTo>
                  <a:pt x="7509518" y="14015"/>
                  <a:pt x="7432447" y="29431"/>
                  <a:pt x="7248646" y="18288"/>
                </a:cubicBezTo>
                <a:cubicBezTo>
                  <a:pt x="7064845" y="7145"/>
                  <a:pt x="6954380" y="2746"/>
                  <a:pt x="6676384" y="18288"/>
                </a:cubicBezTo>
                <a:cubicBezTo>
                  <a:pt x="6398388" y="33830"/>
                  <a:pt x="6292480" y="-4579"/>
                  <a:pt x="6104123" y="18288"/>
                </a:cubicBezTo>
                <a:cubicBezTo>
                  <a:pt x="5915766" y="41155"/>
                  <a:pt x="5703359" y="-8437"/>
                  <a:pt x="5531861" y="18288"/>
                </a:cubicBezTo>
                <a:cubicBezTo>
                  <a:pt x="5360363" y="45013"/>
                  <a:pt x="5056784" y="-12121"/>
                  <a:pt x="4741595" y="18288"/>
                </a:cubicBezTo>
                <a:cubicBezTo>
                  <a:pt x="4426406" y="48697"/>
                  <a:pt x="4364529" y="-10910"/>
                  <a:pt x="4060332" y="18288"/>
                </a:cubicBezTo>
                <a:cubicBezTo>
                  <a:pt x="3756135" y="47486"/>
                  <a:pt x="3816049" y="13364"/>
                  <a:pt x="3706074" y="18288"/>
                </a:cubicBezTo>
                <a:cubicBezTo>
                  <a:pt x="3596099" y="23212"/>
                  <a:pt x="3382238" y="37686"/>
                  <a:pt x="3133813" y="18288"/>
                </a:cubicBezTo>
                <a:cubicBezTo>
                  <a:pt x="2885388" y="-1110"/>
                  <a:pt x="2523125" y="15465"/>
                  <a:pt x="2343547" y="18288"/>
                </a:cubicBezTo>
                <a:cubicBezTo>
                  <a:pt x="2163969" y="21111"/>
                  <a:pt x="1985160" y="33196"/>
                  <a:pt x="1880288" y="18288"/>
                </a:cubicBezTo>
                <a:cubicBezTo>
                  <a:pt x="1775416" y="3380"/>
                  <a:pt x="1261751" y="-9914"/>
                  <a:pt x="981020" y="18288"/>
                </a:cubicBezTo>
                <a:cubicBezTo>
                  <a:pt x="700289" y="46490"/>
                  <a:pt x="314212" y="-15659"/>
                  <a:pt x="0" y="18288"/>
                </a:cubicBezTo>
                <a:cubicBezTo>
                  <a:pt x="-213" y="9468"/>
                  <a:pt x="187" y="4459"/>
                  <a:pt x="0" y="0"/>
                </a:cubicBezTo>
                <a:close/>
              </a:path>
              <a:path w="10900219" h="18288" stroke="0" extrusionOk="0">
                <a:moveTo>
                  <a:pt x="0" y="0"/>
                </a:moveTo>
                <a:cubicBezTo>
                  <a:pt x="269624" y="3698"/>
                  <a:pt x="383061" y="-5818"/>
                  <a:pt x="572261" y="0"/>
                </a:cubicBezTo>
                <a:cubicBezTo>
                  <a:pt x="761461" y="5818"/>
                  <a:pt x="826360" y="-1890"/>
                  <a:pt x="926519" y="0"/>
                </a:cubicBezTo>
                <a:cubicBezTo>
                  <a:pt x="1026678" y="1890"/>
                  <a:pt x="1621671" y="-1096"/>
                  <a:pt x="1825787" y="0"/>
                </a:cubicBezTo>
                <a:cubicBezTo>
                  <a:pt x="2029903" y="1096"/>
                  <a:pt x="2212612" y="17145"/>
                  <a:pt x="2398048" y="0"/>
                </a:cubicBezTo>
                <a:cubicBezTo>
                  <a:pt x="2583484" y="-17145"/>
                  <a:pt x="2739759" y="-14168"/>
                  <a:pt x="2970310" y="0"/>
                </a:cubicBezTo>
                <a:cubicBezTo>
                  <a:pt x="3200861" y="14168"/>
                  <a:pt x="3502691" y="33180"/>
                  <a:pt x="3869578" y="0"/>
                </a:cubicBezTo>
                <a:cubicBezTo>
                  <a:pt x="4236465" y="-33180"/>
                  <a:pt x="4122134" y="-10470"/>
                  <a:pt x="4332837" y="0"/>
                </a:cubicBezTo>
                <a:cubicBezTo>
                  <a:pt x="4543540" y="10470"/>
                  <a:pt x="4834652" y="3572"/>
                  <a:pt x="5232105" y="0"/>
                </a:cubicBezTo>
                <a:cubicBezTo>
                  <a:pt x="5629558" y="-3572"/>
                  <a:pt x="5773178" y="-6604"/>
                  <a:pt x="6131373" y="0"/>
                </a:cubicBezTo>
                <a:cubicBezTo>
                  <a:pt x="6489568" y="6604"/>
                  <a:pt x="6621532" y="18870"/>
                  <a:pt x="6812637" y="0"/>
                </a:cubicBezTo>
                <a:cubicBezTo>
                  <a:pt x="7003742" y="-18870"/>
                  <a:pt x="7311146" y="18959"/>
                  <a:pt x="7711905" y="0"/>
                </a:cubicBezTo>
                <a:cubicBezTo>
                  <a:pt x="8112664" y="-18959"/>
                  <a:pt x="8080793" y="-24744"/>
                  <a:pt x="8284166" y="0"/>
                </a:cubicBezTo>
                <a:cubicBezTo>
                  <a:pt x="8487539" y="24744"/>
                  <a:pt x="8615041" y="-1627"/>
                  <a:pt x="8856428" y="0"/>
                </a:cubicBezTo>
                <a:cubicBezTo>
                  <a:pt x="9097815" y="1627"/>
                  <a:pt x="9475052" y="26322"/>
                  <a:pt x="9646694" y="0"/>
                </a:cubicBezTo>
                <a:cubicBezTo>
                  <a:pt x="9818336" y="-26322"/>
                  <a:pt x="9938906" y="-121"/>
                  <a:pt x="10218955" y="0"/>
                </a:cubicBezTo>
                <a:cubicBezTo>
                  <a:pt x="10499004" y="121"/>
                  <a:pt x="10697467" y="15326"/>
                  <a:pt x="10900219" y="0"/>
                </a:cubicBezTo>
                <a:cubicBezTo>
                  <a:pt x="10899812" y="8690"/>
                  <a:pt x="10900065" y="14141"/>
                  <a:pt x="10900219" y="18288"/>
                </a:cubicBezTo>
                <a:cubicBezTo>
                  <a:pt x="10543007" y="31201"/>
                  <a:pt x="10472057" y="15684"/>
                  <a:pt x="10109953" y="18288"/>
                </a:cubicBezTo>
                <a:cubicBezTo>
                  <a:pt x="9747849" y="20892"/>
                  <a:pt x="9872856" y="33007"/>
                  <a:pt x="9755696" y="18288"/>
                </a:cubicBezTo>
                <a:cubicBezTo>
                  <a:pt x="9638536" y="3569"/>
                  <a:pt x="9442681" y="6596"/>
                  <a:pt x="9292437" y="18288"/>
                </a:cubicBezTo>
                <a:cubicBezTo>
                  <a:pt x="9142193" y="29980"/>
                  <a:pt x="8817861" y="-11343"/>
                  <a:pt x="8393169" y="18288"/>
                </a:cubicBezTo>
                <a:cubicBezTo>
                  <a:pt x="7968477" y="47919"/>
                  <a:pt x="7919655" y="23228"/>
                  <a:pt x="7711905" y="18288"/>
                </a:cubicBezTo>
                <a:cubicBezTo>
                  <a:pt x="7504155" y="13348"/>
                  <a:pt x="7365667" y="6452"/>
                  <a:pt x="7248646" y="18288"/>
                </a:cubicBezTo>
                <a:cubicBezTo>
                  <a:pt x="7131625" y="30124"/>
                  <a:pt x="6776155" y="2871"/>
                  <a:pt x="6567382" y="18288"/>
                </a:cubicBezTo>
                <a:cubicBezTo>
                  <a:pt x="6358609" y="33705"/>
                  <a:pt x="6372933" y="1091"/>
                  <a:pt x="6213125" y="18288"/>
                </a:cubicBezTo>
                <a:cubicBezTo>
                  <a:pt x="6053317" y="35485"/>
                  <a:pt x="5980913" y="1290"/>
                  <a:pt x="5858868" y="18288"/>
                </a:cubicBezTo>
                <a:cubicBezTo>
                  <a:pt x="5736823" y="35286"/>
                  <a:pt x="5481395" y="5492"/>
                  <a:pt x="5177604" y="18288"/>
                </a:cubicBezTo>
                <a:cubicBezTo>
                  <a:pt x="4873813" y="31084"/>
                  <a:pt x="4854222" y="37160"/>
                  <a:pt x="4714345" y="18288"/>
                </a:cubicBezTo>
                <a:cubicBezTo>
                  <a:pt x="4574468" y="-584"/>
                  <a:pt x="4298550" y="22981"/>
                  <a:pt x="3924079" y="18288"/>
                </a:cubicBezTo>
                <a:cubicBezTo>
                  <a:pt x="3549608" y="13595"/>
                  <a:pt x="3645461" y="-921"/>
                  <a:pt x="3460820" y="18288"/>
                </a:cubicBezTo>
                <a:cubicBezTo>
                  <a:pt x="3276179" y="37497"/>
                  <a:pt x="3004470" y="-15027"/>
                  <a:pt x="2670554" y="18288"/>
                </a:cubicBezTo>
                <a:cubicBezTo>
                  <a:pt x="2336638" y="51603"/>
                  <a:pt x="2425773" y="17517"/>
                  <a:pt x="2316297" y="18288"/>
                </a:cubicBezTo>
                <a:cubicBezTo>
                  <a:pt x="2206821" y="19059"/>
                  <a:pt x="1757890" y="42158"/>
                  <a:pt x="1526031" y="18288"/>
                </a:cubicBezTo>
                <a:cubicBezTo>
                  <a:pt x="1294172" y="-5582"/>
                  <a:pt x="1213137" y="12281"/>
                  <a:pt x="1062771" y="18288"/>
                </a:cubicBezTo>
                <a:cubicBezTo>
                  <a:pt x="912405" y="24295"/>
                  <a:pt x="829444" y="7304"/>
                  <a:pt x="708514" y="18288"/>
                </a:cubicBezTo>
                <a:cubicBezTo>
                  <a:pt x="587584" y="29272"/>
                  <a:pt x="227877" y="37311"/>
                  <a:pt x="0" y="18288"/>
                </a:cubicBezTo>
                <a:cubicBezTo>
                  <a:pt x="-53" y="11301"/>
                  <a:pt x="-649" y="7756"/>
                  <a:pt x="0" y="0"/>
                </a:cubicBezTo>
                <a:close/>
              </a:path>
            </a:pathLst>
          </a:custGeom>
          <a:solidFill>
            <a:schemeClr val="accent1"/>
          </a:solidFill>
          <a:ln w="34925">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Text Placeholder 32">
            <a:extLst>
              <a:ext uri="{FF2B5EF4-FFF2-40B4-BE49-F238E27FC236}">
                <a16:creationId xmlns:a16="http://schemas.microsoft.com/office/drawing/2014/main" id="{EC125114-9BE9-4C21-BEC1-81B685162210}"/>
              </a:ext>
            </a:extLst>
          </p:cNvPr>
          <p:cNvSpPr>
            <a:spLocks noGrp="1"/>
          </p:cNvSpPr>
          <p:nvPr>
            <p:ph type="body" sz="quarter" idx="18" hasCustomPrompt="1"/>
          </p:nvPr>
        </p:nvSpPr>
        <p:spPr>
          <a:xfrm>
            <a:off x="630936" y="4754880"/>
            <a:ext cx="1481328" cy="740664"/>
          </a:xfrm>
        </p:spPr>
        <p:txBody>
          <a:bodyPr>
            <a:noAutofit/>
          </a:bodyPr>
          <a:lstStyle>
            <a:lvl1pPr marL="0" indent="0" algn="ctr">
              <a:lnSpc>
                <a:spcPct val="100000"/>
              </a:lnSpc>
              <a:spcBef>
                <a:spcPts val="0"/>
              </a:spcBef>
              <a:buNone/>
              <a:defRPr sz="2400"/>
            </a:lvl1pPr>
            <a:lvl2pPr marL="0" indent="0" algn="ctr">
              <a:lnSpc>
                <a:spcPct val="100000"/>
              </a:lnSpc>
              <a:spcBef>
                <a:spcPts val="0"/>
              </a:spcBef>
              <a:buNone/>
              <a:defRPr sz="1800"/>
            </a:lvl2pPr>
          </a:lstStyle>
          <a:p>
            <a:pPr lvl="0"/>
            <a:r>
              <a:rPr lang="en-US" dirty="0"/>
              <a:t>Name</a:t>
            </a:r>
          </a:p>
          <a:p>
            <a:pPr lvl="1"/>
            <a:r>
              <a:rPr lang="en-US" dirty="0"/>
              <a:t>Title</a:t>
            </a:r>
          </a:p>
        </p:txBody>
      </p:sp>
      <p:sp>
        <p:nvSpPr>
          <p:cNvPr id="34" name="Text Placeholder 32">
            <a:extLst>
              <a:ext uri="{FF2B5EF4-FFF2-40B4-BE49-F238E27FC236}">
                <a16:creationId xmlns:a16="http://schemas.microsoft.com/office/drawing/2014/main" id="{2AB98BFD-4068-4EDA-8DE5-E5D978EDDF2E}"/>
              </a:ext>
            </a:extLst>
          </p:cNvPr>
          <p:cNvSpPr>
            <a:spLocks noGrp="1"/>
          </p:cNvSpPr>
          <p:nvPr>
            <p:ph type="body" sz="quarter" idx="19" hasCustomPrompt="1"/>
          </p:nvPr>
        </p:nvSpPr>
        <p:spPr>
          <a:xfrm>
            <a:off x="2993136" y="4754880"/>
            <a:ext cx="1481328" cy="740664"/>
          </a:xfrm>
        </p:spPr>
        <p:txBody>
          <a:bodyPr>
            <a:noAutofit/>
          </a:bodyPr>
          <a:lstStyle>
            <a:lvl1pPr marL="0" indent="0" algn="ctr">
              <a:lnSpc>
                <a:spcPct val="100000"/>
              </a:lnSpc>
              <a:spcBef>
                <a:spcPts val="0"/>
              </a:spcBef>
              <a:buNone/>
              <a:defRPr sz="2400"/>
            </a:lvl1pPr>
            <a:lvl2pPr marL="0" indent="0" algn="ctr">
              <a:lnSpc>
                <a:spcPct val="100000"/>
              </a:lnSpc>
              <a:spcBef>
                <a:spcPts val="0"/>
              </a:spcBef>
              <a:buNone/>
              <a:defRPr sz="1800"/>
            </a:lvl2pPr>
          </a:lstStyle>
          <a:p>
            <a:pPr lvl="0"/>
            <a:r>
              <a:rPr lang="en-US" dirty="0"/>
              <a:t>Name</a:t>
            </a:r>
          </a:p>
          <a:p>
            <a:pPr lvl="1"/>
            <a:r>
              <a:rPr lang="en-US" dirty="0"/>
              <a:t>Title</a:t>
            </a:r>
          </a:p>
        </p:txBody>
      </p:sp>
      <p:sp>
        <p:nvSpPr>
          <p:cNvPr id="35" name="Text Placeholder 32">
            <a:extLst>
              <a:ext uri="{FF2B5EF4-FFF2-40B4-BE49-F238E27FC236}">
                <a16:creationId xmlns:a16="http://schemas.microsoft.com/office/drawing/2014/main" id="{937737FC-57C8-4243-BE91-4E9684B83613}"/>
              </a:ext>
            </a:extLst>
          </p:cNvPr>
          <p:cNvSpPr>
            <a:spLocks noGrp="1"/>
          </p:cNvSpPr>
          <p:nvPr>
            <p:ph type="body" sz="quarter" idx="20" hasCustomPrompt="1"/>
          </p:nvPr>
        </p:nvSpPr>
        <p:spPr>
          <a:xfrm>
            <a:off x="5355336" y="4754880"/>
            <a:ext cx="1481328" cy="740664"/>
          </a:xfrm>
        </p:spPr>
        <p:txBody>
          <a:bodyPr>
            <a:noAutofit/>
          </a:bodyPr>
          <a:lstStyle>
            <a:lvl1pPr marL="0" indent="0" algn="ctr">
              <a:lnSpc>
                <a:spcPct val="100000"/>
              </a:lnSpc>
              <a:spcBef>
                <a:spcPts val="0"/>
              </a:spcBef>
              <a:buNone/>
              <a:defRPr sz="2400"/>
            </a:lvl1pPr>
            <a:lvl2pPr marL="0" indent="0" algn="ctr">
              <a:lnSpc>
                <a:spcPct val="100000"/>
              </a:lnSpc>
              <a:spcBef>
                <a:spcPts val="0"/>
              </a:spcBef>
              <a:buNone/>
              <a:defRPr sz="1800"/>
            </a:lvl2pPr>
          </a:lstStyle>
          <a:p>
            <a:pPr lvl="0"/>
            <a:r>
              <a:rPr lang="en-US" dirty="0"/>
              <a:t>Name</a:t>
            </a:r>
          </a:p>
          <a:p>
            <a:pPr lvl="1"/>
            <a:r>
              <a:rPr lang="en-US" dirty="0"/>
              <a:t>Title</a:t>
            </a:r>
          </a:p>
        </p:txBody>
      </p:sp>
      <p:sp>
        <p:nvSpPr>
          <p:cNvPr id="36" name="Text Placeholder 32">
            <a:extLst>
              <a:ext uri="{FF2B5EF4-FFF2-40B4-BE49-F238E27FC236}">
                <a16:creationId xmlns:a16="http://schemas.microsoft.com/office/drawing/2014/main" id="{CA78FA67-D083-4763-B647-4554C3C50977}"/>
              </a:ext>
            </a:extLst>
          </p:cNvPr>
          <p:cNvSpPr>
            <a:spLocks noGrp="1"/>
          </p:cNvSpPr>
          <p:nvPr>
            <p:ph type="body" sz="quarter" idx="21" hasCustomPrompt="1"/>
          </p:nvPr>
        </p:nvSpPr>
        <p:spPr>
          <a:xfrm>
            <a:off x="7717536" y="4754880"/>
            <a:ext cx="1481328" cy="740664"/>
          </a:xfrm>
        </p:spPr>
        <p:txBody>
          <a:bodyPr>
            <a:noAutofit/>
          </a:bodyPr>
          <a:lstStyle>
            <a:lvl1pPr marL="0" indent="0" algn="ctr">
              <a:lnSpc>
                <a:spcPct val="100000"/>
              </a:lnSpc>
              <a:spcBef>
                <a:spcPts val="0"/>
              </a:spcBef>
              <a:buNone/>
              <a:defRPr sz="2400"/>
            </a:lvl1pPr>
            <a:lvl2pPr marL="0" indent="0" algn="ctr">
              <a:lnSpc>
                <a:spcPct val="100000"/>
              </a:lnSpc>
              <a:spcBef>
                <a:spcPts val="0"/>
              </a:spcBef>
              <a:buNone/>
              <a:defRPr sz="1800"/>
            </a:lvl2pPr>
          </a:lstStyle>
          <a:p>
            <a:pPr lvl="0"/>
            <a:r>
              <a:rPr lang="en-US" dirty="0"/>
              <a:t>Name</a:t>
            </a:r>
          </a:p>
          <a:p>
            <a:pPr lvl="1"/>
            <a:r>
              <a:rPr lang="en-US" dirty="0"/>
              <a:t>Title</a:t>
            </a:r>
          </a:p>
        </p:txBody>
      </p:sp>
      <p:sp>
        <p:nvSpPr>
          <p:cNvPr id="37" name="Text Placeholder 32">
            <a:extLst>
              <a:ext uri="{FF2B5EF4-FFF2-40B4-BE49-F238E27FC236}">
                <a16:creationId xmlns:a16="http://schemas.microsoft.com/office/drawing/2014/main" id="{F1892FE5-DAA3-4902-93EF-46D6565FFB48}"/>
              </a:ext>
            </a:extLst>
          </p:cNvPr>
          <p:cNvSpPr>
            <a:spLocks noGrp="1"/>
          </p:cNvSpPr>
          <p:nvPr>
            <p:ph type="body" sz="quarter" idx="22" hasCustomPrompt="1"/>
          </p:nvPr>
        </p:nvSpPr>
        <p:spPr>
          <a:xfrm>
            <a:off x="10079736" y="4754880"/>
            <a:ext cx="1481328" cy="740664"/>
          </a:xfrm>
        </p:spPr>
        <p:txBody>
          <a:bodyPr>
            <a:noAutofit/>
          </a:bodyPr>
          <a:lstStyle>
            <a:lvl1pPr marL="0" indent="0" algn="ctr">
              <a:lnSpc>
                <a:spcPct val="100000"/>
              </a:lnSpc>
              <a:spcBef>
                <a:spcPts val="0"/>
              </a:spcBef>
              <a:buNone/>
              <a:defRPr sz="2400"/>
            </a:lvl1pPr>
            <a:lvl2pPr marL="0" indent="0" algn="ctr">
              <a:lnSpc>
                <a:spcPct val="100000"/>
              </a:lnSpc>
              <a:spcBef>
                <a:spcPts val="0"/>
              </a:spcBef>
              <a:buNone/>
              <a:defRPr sz="1800"/>
            </a:lvl2pPr>
          </a:lstStyle>
          <a:p>
            <a:pPr lvl="0"/>
            <a:r>
              <a:rPr lang="en-US" dirty="0"/>
              <a:t>Name</a:t>
            </a:r>
          </a:p>
          <a:p>
            <a:pPr lvl="1"/>
            <a:r>
              <a:rPr lang="en-US" dirty="0"/>
              <a:t>Title</a:t>
            </a:r>
          </a:p>
        </p:txBody>
      </p:sp>
    </p:spTree>
    <p:extLst>
      <p:ext uri="{BB962C8B-B14F-4D97-AF65-F5344CB8AC3E}">
        <p14:creationId xmlns:p14="http://schemas.microsoft.com/office/powerpoint/2010/main" val="21834275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Center 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D02BC-5A24-47F7-A4DF-B93FBC0C51B0}"/>
              </a:ext>
            </a:extLst>
          </p:cNvPr>
          <p:cNvSpPr>
            <a:spLocks noGrp="1"/>
          </p:cNvSpPr>
          <p:nvPr>
            <p:ph type="title"/>
          </p:nvPr>
        </p:nvSpPr>
        <p:spPr>
          <a:xfrm>
            <a:off x="838200" y="365124"/>
            <a:ext cx="10515600" cy="1325880"/>
          </a:xfrm>
        </p:spPr>
        <p:txBody>
          <a:bodyPr/>
          <a:lstStyle>
            <a:lvl1pPr algn="ctr">
              <a:defRPr sz="7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8E9219E-EE74-4093-94D6-F663E059C504}"/>
              </a:ext>
            </a:extLst>
          </p:cNvPr>
          <p:cNvSpPr>
            <a:spLocks noGrp="1"/>
          </p:cNvSpPr>
          <p:nvPr>
            <p:ph idx="1"/>
          </p:nvPr>
        </p:nvSpPr>
        <p:spPr>
          <a:xfrm>
            <a:off x="841248" y="2304288"/>
            <a:ext cx="10515600" cy="3877056"/>
          </a:xfrm>
        </p:spPr>
        <p:txBody>
          <a:bodyPr>
            <a:normAutofit/>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2AD2029B-6646-4DBF-A302-76A513FC64DB}"/>
              </a:ext>
            </a:extLst>
          </p:cNvPr>
          <p:cNvSpPr>
            <a:spLocks noGrp="1"/>
          </p:cNvSpPr>
          <p:nvPr>
            <p:ph type="ftr" sz="quarter" idx="11"/>
          </p:nvPr>
        </p:nvSpPr>
        <p:spPr/>
        <p:txBody>
          <a:bodyPr/>
          <a:lstStyle>
            <a:lvl1pPr>
              <a:defRPr>
                <a:solidFill>
                  <a:schemeClr val="tx1"/>
                </a:solidFill>
              </a:defRPr>
            </a:lvl1pPr>
          </a:lstStyle>
          <a:p>
            <a:r>
              <a:rPr lang="en-US" dirty="0"/>
              <a:t>Presentation Title</a:t>
            </a:r>
          </a:p>
        </p:txBody>
      </p:sp>
      <p:sp>
        <p:nvSpPr>
          <p:cNvPr id="6" name="Slide Number Placeholder 5">
            <a:extLst>
              <a:ext uri="{FF2B5EF4-FFF2-40B4-BE49-F238E27FC236}">
                <a16:creationId xmlns:a16="http://schemas.microsoft.com/office/drawing/2014/main" id="{9E6D4DFD-766F-4E45-A00C-2B5E8CE9A908}"/>
              </a:ext>
            </a:extLst>
          </p:cNvPr>
          <p:cNvSpPr>
            <a:spLocks noGrp="1"/>
          </p:cNvSpPr>
          <p:nvPr>
            <p:ph type="sldNum" sz="quarter" idx="12"/>
          </p:nvPr>
        </p:nvSpPr>
        <p:spPr/>
        <p:txBody>
          <a:bodyPr/>
          <a:lstStyle>
            <a:lvl1pPr>
              <a:defRPr>
                <a:solidFill>
                  <a:schemeClr val="tx1"/>
                </a:solidFill>
              </a:defRPr>
            </a:lvl1pPr>
          </a:lstStyle>
          <a:p>
            <a:fld id="{2C18C1E5-FB55-42F5-BD6D-9CC153FCDBE6}" type="slidenum">
              <a:rPr lang="en-US" smtClean="0"/>
              <a:pPr/>
              <a:t>‹#›</a:t>
            </a:fld>
            <a:endParaRPr lang="en-US" dirty="0"/>
          </a:p>
        </p:txBody>
      </p:sp>
      <p:sp>
        <p:nvSpPr>
          <p:cNvPr id="7" name="Rectangle 6" descr="Tag=AccentColor&#10;Flavor=Light&#10;Target=FillAndLine">
            <a:extLst>
              <a:ext uri="{FF2B5EF4-FFF2-40B4-BE49-F238E27FC236}">
                <a16:creationId xmlns:a16="http://schemas.microsoft.com/office/drawing/2014/main" id="{83465705-093A-460D-83A5-4A4F3275ADB7}"/>
              </a:ext>
            </a:extLst>
          </p:cNvPr>
          <p:cNvSpPr/>
          <p:nvPr userDrawn="1"/>
        </p:nvSpPr>
        <p:spPr>
          <a:xfrm flipV="1">
            <a:off x="648305" y="2067561"/>
            <a:ext cx="10900219" cy="18288"/>
          </a:xfrm>
          <a:custGeom>
            <a:avLst/>
            <a:gdLst>
              <a:gd name="connsiteX0" fmla="*/ 0 w 10900219"/>
              <a:gd name="connsiteY0" fmla="*/ 0 h 18288"/>
              <a:gd name="connsiteX1" fmla="*/ 463259 w 10900219"/>
              <a:gd name="connsiteY1" fmla="*/ 0 h 18288"/>
              <a:gd name="connsiteX2" fmla="*/ 1144523 w 10900219"/>
              <a:gd name="connsiteY2" fmla="*/ 0 h 18288"/>
              <a:gd name="connsiteX3" fmla="*/ 1934789 w 10900219"/>
              <a:gd name="connsiteY3" fmla="*/ 0 h 18288"/>
              <a:gd name="connsiteX4" fmla="*/ 2289046 w 10900219"/>
              <a:gd name="connsiteY4" fmla="*/ 0 h 18288"/>
              <a:gd name="connsiteX5" fmla="*/ 2643303 w 10900219"/>
              <a:gd name="connsiteY5" fmla="*/ 0 h 18288"/>
              <a:gd name="connsiteX6" fmla="*/ 3542571 w 10900219"/>
              <a:gd name="connsiteY6" fmla="*/ 0 h 18288"/>
              <a:gd name="connsiteX7" fmla="*/ 4223835 w 10900219"/>
              <a:gd name="connsiteY7" fmla="*/ 0 h 18288"/>
              <a:gd name="connsiteX8" fmla="*/ 4578092 w 10900219"/>
              <a:gd name="connsiteY8" fmla="*/ 0 h 18288"/>
              <a:gd name="connsiteX9" fmla="*/ 5259356 w 10900219"/>
              <a:gd name="connsiteY9" fmla="*/ 0 h 18288"/>
              <a:gd name="connsiteX10" fmla="*/ 6158624 w 10900219"/>
              <a:gd name="connsiteY10" fmla="*/ 0 h 18288"/>
              <a:gd name="connsiteX11" fmla="*/ 6730885 w 10900219"/>
              <a:gd name="connsiteY11" fmla="*/ 0 h 18288"/>
              <a:gd name="connsiteX12" fmla="*/ 7303147 w 10900219"/>
              <a:gd name="connsiteY12" fmla="*/ 0 h 18288"/>
              <a:gd name="connsiteX13" fmla="*/ 7984410 w 10900219"/>
              <a:gd name="connsiteY13" fmla="*/ 0 h 18288"/>
              <a:gd name="connsiteX14" fmla="*/ 8774676 w 10900219"/>
              <a:gd name="connsiteY14" fmla="*/ 0 h 18288"/>
              <a:gd name="connsiteX15" fmla="*/ 9564942 w 10900219"/>
              <a:gd name="connsiteY15" fmla="*/ 0 h 18288"/>
              <a:gd name="connsiteX16" fmla="*/ 10900219 w 10900219"/>
              <a:gd name="connsiteY16" fmla="*/ 0 h 18288"/>
              <a:gd name="connsiteX17" fmla="*/ 10900219 w 10900219"/>
              <a:gd name="connsiteY17" fmla="*/ 18288 h 18288"/>
              <a:gd name="connsiteX18" fmla="*/ 10436960 w 10900219"/>
              <a:gd name="connsiteY18" fmla="*/ 18288 h 18288"/>
              <a:gd name="connsiteX19" fmla="*/ 9537692 w 10900219"/>
              <a:gd name="connsiteY19" fmla="*/ 18288 h 18288"/>
              <a:gd name="connsiteX20" fmla="*/ 8856428 w 10900219"/>
              <a:gd name="connsiteY20" fmla="*/ 18288 h 18288"/>
              <a:gd name="connsiteX21" fmla="*/ 8502171 w 10900219"/>
              <a:gd name="connsiteY21" fmla="*/ 18288 h 18288"/>
              <a:gd name="connsiteX22" fmla="*/ 7820907 w 10900219"/>
              <a:gd name="connsiteY22" fmla="*/ 18288 h 18288"/>
              <a:gd name="connsiteX23" fmla="*/ 7248646 w 10900219"/>
              <a:gd name="connsiteY23" fmla="*/ 18288 h 18288"/>
              <a:gd name="connsiteX24" fmla="*/ 6676384 w 10900219"/>
              <a:gd name="connsiteY24" fmla="*/ 18288 h 18288"/>
              <a:gd name="connsiteX25" fmla="*/ 6104123 w 10900219"/>
              <a:gd name="connsiteY25" fmla="*/ 18288 h 18288"/>
              <a:gd name="connsiteX26" fmla="*/ 5531861 w 10900219"/>
              <a:gd name="connsiteY26" fmla="*/ 18288 h 18288"/>
              <a:gd name="connsiteX27" fmla="*/ 4741595 w 10900219"/>
              <a:gd name="connsiteY27" fmla="*/ 18288 h 18288"/>
              <a:gd name="connsiteX28" fmla="*/ 4060332 w 10900219"/>
              <a:gd name="connsiteY28" fmla="*/ 18288 h 18288"/>
              <a:gd name="connsiteX29" fmla="*/ 3706074 w 10900219"/>
              <a:gd name="connsiteY29" fmla="*/ 18288 h 18288"/>
              <a:gd name="connsiteX30" fmla="*/ 3133813 w 10900219"/>
              <a:gd name="connsiteY30" fmla="*/ 18288 h 18288"/>
              <a:gd name="connsiteX31" fmla="*/ 2343547 w 10900219"/>
              <a:gd name="connsiteY31" fmla="*/ 18288 h 18288"/>
              <a:gd name="connsiteX32" fmla="*/ 1880288 w 10900219"/>
              <a:gd name="connsiteY32" fmla="*/ 18288 h 18288"/>
              <a:gd name="connsiteX33" fmla="*/ 981020 w 10900219"/>
              <a:gd name="connsiteY33" fmla="*/ 18288 h 18288"/>
              <a:gd name="connsiteX34" fmla="*/ 0 w 10900219"/>
              <a:gd name="connsiteY34" fmla="*/ 18288 h 18288"/>
              <a:gd name="connsiteX35" fmla="*/ 0 w 10900219"/>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900219" h="18288" fill="none" extrusionOk="0">
                <a:moveTo>
                  <a:pt x="0" y="0"/>
                </a:moveTo>
                <a:cubicBezTo>
                  <a:pt x="118469" y="-6619"/>
                  <a:pt x="329397" y="-5525"/>
                  <a:pt x="463259" y="0"/>
                </a:cubicBezTo>
                <a:cubicBezTo>
                  <a:pt x="597121" y="5525"/>
                  <a:pt x="866598" y="4881"/>
                  <a:pt x="1144523" y="0"/>
                </a:cubicBezTo>
                <a:cubicBezTo>
                  <a:pt x="1422448" y="-4881"/>
                  <a:pt x="1761178" y="17159"/>
                  <a:pt x="1934789" y="0"/>
                </a:cubicBezTo>
                <a:cubicBezTo>
                  <a:pt x="2108400" y="-17159"/>
                  <a:pt x="2119134" y="-4032"/>
                  <a:pt x="2289046" y="0"/>
                </a:cubicBezTo>
                <a:cubicBezTo>
                  <a:pt x="2458958" y="4032"/>
                  <a:pt x="2472610" y="15385"/>
                  <a:pt x="2643303" y="0"/>
                </a:cubicBezTo>
                <a:cubicBezTo>
                  <a:pt x="2813996" y="-15385"/>
                  <a:pt x="3334189" y="-21234"/>
                  <a:pt x="3542571" y="0"/>
                </a:cubicBezTo>
                <a:cubicBezTo>
                  <a:pt x="3750953" y="21234"/>
                  <a:pt x="3991639" y="13212"/>
                  <a:pt x="4223835" y="0"/>
                </a:cubicBezTo>
                <a:cubicBezTo>
                  <a:pt x="4456031" y="-13212"/>
                  <a:pt x="4466914" y="13318"/>
                  <a:pt x="4578092" y="0"/>
                </a:cubicBezTo>
                <a:cubicBezTo>
                  <a:pt x="4689270" y="-13318"/>
                  <a:pt x="5120635" y="31363"/>
                  <a:pt x="5259356" y="0"/>
                </a:cubicBezTo>
                <a:cubicBezTo>
                  <a:pt x="5398077" y="-31363"/>
                  <a:pt x="5954119" y="-7091"/>
                  <a:pt x="6158624" y="0"/>
                </a:cubicBezTo>
                <a:cubicBezTo>
                  <a:pt x="6363129" y="7091"/>
                  <a:pt x="6535071" y="-8480"/>
                  <a:pt x="6730885" y="0"/>
                </a:cubicBezTo>
                <a:cubicBezTo>
                  <a:pt x="6926699" y="8480"/>
                  <a:pt x="7091018" y="19194"/>
                  <a:pt x="7303147" y="0"/>
                </a:cubicBezTo>
                <a:cubicBezTo>
                  <a:pt x="7515276" y="-19194"/>
                  <a:pt x="7840361" y="30755"/>
                  <a:pt x="7984410" y="0"/>
                </a:cubicBezTo>
                <a:cubicBezTo>
                  <a:pt x="8128459" y="-30755"/>
                  <a:pt x="8498590" y="39460"/>
                  <a:pt x="8774676" y="0"/>
                </a:cubicBezTo>
                <a:cubicBezTo>
                  <a:pt x="9050762" y="-39460"/>
                  <a:pt x="9204381" y="36508"/>
                  <a:pt x="9564942" y="0"/>
                </a:cubicBezTo>
                <a:cubicBezTo>
                  <a:pt x="9925503" y="-36508"/>
                  <a:pt x="10235542" y="59225"/>
                  <a:pt x="10900219" y="0"/>
                </a:cubicBezTo>
                <a:cubicBezTo>
                  <a:pt x="10900865" y="4451"/>
                  <a:pt x="10900709" y="9226"/>
                  <a:pt x="10900219" y="18288"/>
                </a:cubicBezTo>
                <a:cubicBezTo>
                  <a:pt x="10675942" y="21751"/>
                  <a:pt x="10609372" y="26977"/>
                  <a:pt x="10436960" y="18288"/>
                </a:cubicBezTo>
                <a:cubicBezTo>
                  <a:pt x="10264548" y="9599"/>
                  <a:pt x="9961150" y="-11074"/>
                  <a:pt x="9537692" y="18288"/>
                </a:cubicBezTo>
                <a:cubicBezTo>
                  <a:pt x="9114234" y="47650"/>
                  <a:pt x="9087386" y="35169"/>
                  <a:pt x="8856428" y="18288"/>
                </a:cubicBezTo>
                <a:cubicBezTo>
                  <a:pt x="8625470" y="1407"/>
                  <a:pt x="8634361" y="13786"/>
                  <a:pt x="8502171" y="18288"/>
                </a:cubicBezTo>
                <a:cubicBezTo>
                  <a:pt x="8369981" y="22790"/>
                  <a:pt x="8132296" y="22561"/>
                  <a:pt x="7820907" y="18288"/>
                </a:cubicBezTo>
                <a:cubicBezTo>
                  <a:pt x="7509518" y="14015"/>
                  <a:pt x="7432447" y="29431"/>
                  <a:pt x="7248646" y="18288"/>
                </a:cubicBezTo>
                <a:cubicBezTo>
                  <a:pt x="7064845" y="7145"/>
                  <a:pt x="6954380" y="2746"/>
                  <a:pt x="6676384" y="18288"/>
                </a:cubicBezTo>
                <a:cubicBezTo>
                  <a:pt x="6398388" y="33830"/>
                  <a:pt x="6292480" y="-4579"/>
                  <a:pt x="6104123" y="18288"/>
                </a:cubicBezTo>
                <a:cubicBezTo>
                  <a:pt x="5915766" y="41155"/>
                  <a:pt x="5703359" y="-8437"/>
                  <a:pt x="5531861" y="18288"/>
                </a:cubicBezTo>
                <a:cubicBezTo>
                  <a:pt x="5360363" y="45013"/>
                  <a:pt x="5056784" y="-12121"/>
                  <a:pt x="4741595" y="18288"/>
                </a:cubicBezTo>
                <a:cubicBezTo>
                  <a:pt x="4426406" y="48697"/>
                  <a:pt x="4364529" y="-10910"/>
                  <a:pt x="4060332" y="18288"/>
                </a:cubicBezTo>
                <a:cubicBezTo>
                  <a:pt x="3756135" y="47486"/>
                  <a:pt x="3816049" y="13364"/>
                  <a:pt x="3706074" y="18288"/>
                </a:cubicBezTo>
                <a:cubicBezTo>
                  <a:pt x="3596099" y="23212"/>
                  <a:pt x="3382238" y="37686"/>
                  <a:pt x="3133813" y="18288"/>
                </a:cubicBezTo>
                <a:cubicBezTo>
                  <a:pt x="2885388" y="-1110"/>
                  <a:pt x="2523125" y="15465"/>
                  <a:pt x="2343547" y="18288"/>
                </a:cubicBezTo>
                <a:cubicBezTo>
                  <a:pt x="2163969" y="21111"/>
                  <a:pt x="1985160" y="33196"/>
                  <a:pt x="1880288" y="18288"/>
                </a:cubicBezTo>
                <a:cubicBezTo>
                  <a:pt x="1775416" y="3380"/>
                  <a:pt x="1261751" y="-9914"/>
                  <a:pt x="981020" y="18288"/>
                </a:cubicBezTo>
                <a:cubicBezTo>
                  <a:pt x="700289" y="46490"/>
                  <a:pt x="314212" y="-15659"/>
                  <a:pt x="0" y="18288"/>
                </a:cubicBezTo>
                <a:cubicBezTo>
                  <a:pt x="-213" y="9468"/>
                  <a:pt x="187" y="4459"/>
                  <a:pt x="0" y="0"/>
                </a:cubicBezTo>
                <a:close/>
              </a:path>
              <a:path w="10900219" h="18288" stroke="0" extrusionOk="0">
                <a:moveTo>
                  <a:pt x="0" y="0"/>
                </a:moveTo>
                <a:cubicBezTo>
                  <a:pt x="269624" y="3698"/>
                  <a:pt x="383061" y="-5818"/>
                  <a:pt x="572261" y="0"/>
                </a:cubicBezTo>
                <a:cubicBezTo>
                  <a:pt x="761461" y="5818"/>
                  <a:pt x="826360" y="-1890"/>
                  <a:pt x="926519" y="0"/>
                </a:cubicBezTo>
                <a:cubicBezTo>
                  <a:pt x="1026678" y="1890"/>
                  <a:pt x="1621671" y="-1096"/>
                  <a:pt x="1825787" y="0"/>
                </a:cubicBezTo>
                <a:cubicBezTo>
                  <a:pt x="2029903" y="1096"/>
                  <a:pt x="2212612" y="17145"/>
                  <a:pt x="2398048" y="0"/>
                </a:cubicBezTo>
                <a:cubicBezTo>
                  <a:pt x="2583484" y="-17145"/>
                  <a:pt x="2739759" y="-14168"/>
                  <a:pt x="2970310" y="0"/>
                </a:cubicBezTo>
                <a:cubicBezTo>
                  <a:pt x="3200861" y="14168"/>
                  <a:pt x="3502691" y="33180"/>
                  <a:pt x="3869578" y="0"/>
                </a:cubicBezTo>
                <a:cubicBezTo>
                  <a:pt x="4236465" y="-33180"/>
                  <a:pt x="4122134" y="-10470"/>
                  <a:pt x="4332837" y="0"/>
                </a:cubicBezTo>
                <a:cubicBezTo>
                  <a:pt x="4543540" y="10470"/>
                  <a:pt x="4834652" y="3572"/>
                  <a:pt x="5232105" y="0"/>
                </a:cubicBezTo>
                <a:cubicBezTo>
                  <a:pt x="5629558" y="-3572"/>
                  <a:pt x="5773178" y="-6604"/>
                  <a:pt x="6131373" y="0"/>
                </a:cubicBezTo>
                <a:cubicBezTo>
                  <a:pt x="6489568" y="6604"/>
                  <a:pt x="6621532" y="18870"/>
                  <a:pt x="6812637" y="0"/>
                </a:cubicBezTo>
                <a:cubicBezTo>
                  <a:pt x="7003742" y="-18870"/>
                  <a:pt x="7311146" y="18959"/>
                  <a:pt x="7711905" y="0"/>
                </a:cubicBezTo>
                <a:cubicBezTo>
                  <a:pt x="8112664" y="-18959"/>
                  <a:pt x="8080793" y="-24744"/>
                  <a:pt x="8284166" y="0"/>
                </a:cubicBezTo>
                <a:cubicBezTo>
                  <a:pt x="8487539" y="24744"/>
                  <a:pt x="8615041" y="-1627"/>
                  <a:pt x="8856428" y="0"/>
                </a:cubicBezTo>
                <a:cubicBezTo>
                  <a:pt x="9097815" y="1627"/>
                  <a:pt x="9475052" y="26322"/>
                  <a:pt x="9646694" y="0"/>
                </a:cubicBezTo>
                <a:cubicBezTo>
                  <a:pt x="9818336" y="-26322"/>
                  <a:pt x="9938906" y="-121"/>
                  <a:pt x="10218955" y="0"/>
                </a:cubicBezTo>
                <a:cubicBezTo>
                  <a:pt x="10499004" y="121"/>
                  <a:pt x="10697467" y="15326"/>
                  <a:pt x="10900219" y="0"/>
                </a:cubicBezTo>
                <a:cubicBezTo>
                  <a:pt x="10899812" y="8690"/>
                  <a:pt x="10900065" y="14141"/>
                  <a:pt x="10900219" y="18288"/>
                </a:cubicBezTo>
                <a:cubicBezTo>
                  <a:pt x="10543007" y="31201"/>
                  <a:pt x="10472057" y="15684"/>
                  <a:pt x="10109953" y="18288"/>
                </a:cubicBezTo>
                <a:cubicBezTo>
                  <a:pt x="9747849" y="20892"/>
                  <a:pt x="9872856" y="33007"/>
                  <a:pt x="9755696" y="18288"/>
                </a:cubicBezTo>
                <a:cubicBezTo>
                  <a:pt x="9638536" y="3569"/>
                  <a:pt x="9442681" y="6596"/>
                  <a:pt x="9292437" y="18288"/>
                </a:cubicBezTo>
                <a:cubicBezTo>
                  <a:pt x="9142193" y="29980"/>
                  <a:pt x="8817861" y="-11343"/>
                  <a:pt x="8393169" y="18288"/>
                </a:cubicBezTo>
                <a:cubicBezTo>
                  <a:pt x="7968477" y="47919"/>
                  <a:pt x="7919655" y="23228"/>
                  <a:pt x="7711905" y="18288"/>
                </a:cubicBezTo>
                <a:cubicBezTo>
                  <a:pt x="7504155" y="13348"/>
                  <a:pt x="7365667" y="6452"/>
                  <a:pt x="7248646" y="18288"/>
                </a:cubicBezTo>
                <a:cubicBezTo>
                  <a:pt x="7131625" y="30124"/>
                  <a:pt x="6776155" y="2871"/>
                  <a:pt x="6567382" y="18288"/>
                </a:cubicBezTo>
                <a:cubicBezTo>
                  <a:pt x="6358609" y="33705"/>
                  <a:pt x="6372933" y="1091"/>
                  <a:pt x="6213125" y="18288"/>
                </a:cubicBezTo>
                <a:cubicBezTo>
                  <a:pt x="6053317" y="35485"/>
                  <a:pt x="5980913" y="1290"/>
                  <a:pt x="5858868" y="18288"/>
                </a:cubicBezTo>
                <a:cubicBezTo>
                  <a:pt x="5736823" y="35286"/>
                  <a:pt x="5481395" y="5492"/>
                  <a:pt x="5177604" y="18288"/>
                </a:cubicBezTo>
                <a:cubicBezTo>
                  <a:pt x="4873813" y="31084"/>
                  <a:pt x="4854222" y="37160"/>
                  <a:pt x="4714345" y="18288"/>
                </a:cubicBezTo>
                <a:cubicBezTo>
                  <a:pt x="4574468" y="-584"/>
                  <a:pt x="4298550" y="22981"/>
                  <a:pt x="3924079" y="18288"/>
                </a:cubicBezTo>
                <a:cubicBezTo>
                  <a:pt x="3549608" y="13595"/>
                  <a:pt x="3645461" y="-921"/>
                  <a:pt x="3460820" y="18288"/>
                </a:cubicBezTo>
                <a:cubicBezTo>
                  <a:pt x="3276179" y="37497"/>
                  <a:pt x="3004470" y="-15027"/>
                  <a:pt x="2670554" y="18288"/>
                </a:cubicBezTo>
                <a:cubicBezTo>
                  <a:pt x="2336638" y="51603"/>
                  <a:pt x="2425773" y="17517"/>
                  <a:pt x="2316297" y="18288"/>
                </a:cubicBezTo>
                <a:cubicBezTo>
                  <a:pt x="2206821" y="19059"/>
                  <a:pt x="1757890" y="42158"/>
                  <a:pt x="1526031" y="18288"/>
                </a:cubicBezTo>
                <a:cubicBezTo>
                  <a:pt x="1294172" y="-5582"/>
                  <a:pt x="1213137" y="12281"/>
                  <a:pt x="1062771" y="18288"/>
                </a:cubicBezTo>
                <a:cubicBezTo>
                  <a:pt x="912405" y="24295"/>
                  <a:pt x="829444" y="7304"/>
                  <a:pt x="708514" y="18288"/>
                </a:cubicBezTo>
                <a:cubicBezTo>
                  <a:pt x="587584" y="29272"/>
                  <a:pt x="227877" y="37311"/>
                  <a:pt x="0" y="18288"/>
                </a:cubicBezTo>
                <a:cubicBezTo>
                  <a:pt x="-53" y="11301"/>
                  <a:pt x="-649" y="7756"/>
                  <a:pt x="0" y="0"/>
                </a:cubicBezTo>
                <a:close/>
              </a:path>
            </a:pathLst>
          </a:custGeom>
          <a:solidFill>
            <a:schemeClr val="accent1"/>
          </a:solidFill>
          <a:ln w="34925">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5582908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DE264-531D-49C1-A8AF-2B4C1D218FAB}"/>
              </a:ext>
            </a:extLst>
          </p:cNvPr>
          <p:cNvSpPr>
            <a:spLocks noGrp="1"/>
          </p:cNvSpPr>
          <p:nvPr>
            <p:ph type="title"/>
          </p:nvPr>
        </p:nvSpPr>
        <p:spPr/>
        <p:txBody>
          <a:bodyPr/>
          <a:lstStyle>
            <a:lvl1pPr algn="ctr">
              <a:defRPr/>
            </a:lvl1pPr>
          </a:lstStyle>
          <a:p>
            <a:r>
              <a:rPr lang="en-US"/>
              <a:t>Click to edit Master title style</a:t>
            </a:r>
          </a:p>
        </p:txBody>
      </p:sp>
      <p:sp>
        <p:nvSpPr>
          <p:cNvPr id="3" name="Content Placeholder 2">
            <a:extLst>
              <a:ext uri="{FF2B5EF4-FFF2-40B4-BE49-F238E27FC236}">
                <a16:creationId xmlns:a16="http://schemas.microsoft.com/office/drawing/2014/main" id="{E4B9A1B8-2F1B-46AA-858A-CFFF5AF7CEB0}"/>
              </a:ext>
            </a:extLst>
          </p:cNvPr>
          <p:cNvSpPr>
            <a:spLocks noGrp="1"/>
          </p:cNvSpPr>
          <p:nvPr>
            <p:ph sz="half" idx="1"/>
          </p:nvPr>
        </p:nvSpPr>
        <p:spPr>
          <a:xfrm>
            <a:off x="838200" y="2304288"/>
            <a:ext cx="5181600" cy="3877056"/>
          </a:xfrm>
        </p:spPr>
        <p:txBody>
          <a:bodyPr>
            <a:normAutofit/>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6E6B9631-18C0-43BD-8AF3-9137D6D4C234}"/>
              </a:ext>
            </a:extLst>
          </p:cNvPr>
          <p:cNvSpPr>
            <a:spLocks noGrp="1"/>
          </p:cNvSpPr>
          <p:nvPr>
            <p:ph sz="half" idx="2"/>
          </p:nvPr>
        </p:nvSpPr>
        <p:spPr>
          <a:xfrm>
            <a:off x="6172200" y="2304288"/>
            <a:ext cx="5181600" cy="3877056"/>
          </a:xfrm>
        </p:spPr>
        <p:txBody>
          <a:bodyPr>
            <a:normAutofit/>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961E5057-693B-4E10-958E-0ABE79FEC705}"/>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670CECB1-0A35-4C10-9D3D-FE4404283011}"/>
              </a:ext>
            </a:extLst>
          </p:cNvPr>
          <p:cNvSpPr>
            <a:spLocks noGrp="1"/>
          </p:cNvSpPr>
          <p:nvPr>
            <p:ph type="sldNum" sz="quarter" idx="12"/>
          </p:nvPr>
        </p:nvSpPr>
        <p:spPr/>
        <p:txBody>
          <a:bodyPr/>
          <a:lstStyle/>
          <a:p>
            <a:fld id="{2C18C1E5-FB55-42F5-BD6D-9CC153FCDBE6}" type="slidenum">
              <a:rPr lang="en-US" smtClean="0"/>
              <a:t>‹#›</a:t>
            </a:fld>
            <a:endParaRPr lang="en-US" dirty="0"/>
          </a:p>
        </p:txBody>
      </p:sp>
      <p:sp>
        <p:nvSpPr>
          <p:cNvPr id="8" name="Rectangle 7" descr="Tag=AccentColor&#10;Flavor=Light&#10;Target=FillAndLine">
            <a:extLst>
              <a:ext uri="{FF2B5EF4-FFF2-40B4-BE49-F238E27FC236}">
                <a16:creationId xmlns:a16="http://schemas.microsoft.com/office/drawing/2014/main" id="{23FEB8C5-87FB-41BA-B300-D935D5EEAECC}"/>
              </a:ext>
            </a:extLst>
          </p:cNvPr>
          <p:cNvSpPr/>
          <p:nvPr userDrawn="1"/>
        </p:nvSpPr>
        <p:spPr>
          <a:xfrm flipV="1">
            <a:off x="648305" y="2067561"/>
            <a:ext cx="10900219" cy="18288"/>
          </a:xfrm>
          <a:custGeom>
            <a:avLst/>
            <a:gdLst>
              <a:gd name="connsiteX0" fmla="*/ 0 w 10900219"/>
              <a:gd name="connsiteY0" fmla="*/ 0 h 18288"/>
              <a:gd name="connsiteX1" fmla="*/ 463259 w 10900219"/>
              <a:gd name="connsiteY1" fmla="*/ 0 h 18288"/>
              <a:gd name="connsiteX2" fmla="*/ 1144523 w 10900219"/>
              <a:gd name="connsiteY2" fmla="*/ 0 h 18288"/>
              <a:gd name="connsiteX3" fmla="*/ 1934789 w 10900219"/>
              <a:gd name="connsiteY3" fmla="*/ 0 h 18288"/>
              <a:gd name="connsiteX4" fmla="*/ 2289046 w 10900219"/>
              <a:gd name="connsiteY4" fmla="*/ 0 h 18288"/>
              <a:gd name="connsiteX5" fmla="*/ 2643303 w 10900219"/>
              <a:gd name="connsiteY5" fmla="*/ 0 h 18288"/>
              <a:gd name="connsiteX6" fmla="*/ 3542571 w 10900219"/>
              <a:gd name="connsiteY6" fmla="*/ 0 h 18288"/>
              <a:gd name="connsiteX7" fmla="*/ 4223835 w 10900219"/>
              <a:gd name="connsiteY7" fmla="*/ 0 h 18288"/>
              <a:gd name="connsiteX8" fmla="*/ 4578092 w 10900219"/>
              <a:gd name="connsiteY8" fmla="*/ 0 h 18288"/>
              <a:gd name="connsiteX9" fmla="*/ 5259356 w 10900219"/>
              <a:gd name="connsiteY9" fmla="*/ 0 h 18288"/>
              <a:gd name="connsiteX10" fmla="*/ 6158624 w 10900219"/>
              <a:gd name="connsiteY10" fmla="*/ 0 h 18288"/>
              <a:gd name="connsiteX11" fmla="*/ 6730885 w 10900219"/>
              <a:gd name="connsiteY11" fmla="*/ 0 h 18288"/>
              <a:gd name="connsiteX12" fmla="*/ 7303147 w 10900219"/>
              <a:gd name="connsiteY12" fmla="*/ 0 h 18288"/>
              <a:gd name="connsiteX13" fmla="*/ 7984410 w 10900219"/>
              <a:gd name="connsiteY13" fmla="*/ 0 h 18288"/>
              <a:gd name="connsiteX14" fmla="*/ 8774676 w 10900219"/>
              <a:gd name="connsiteY14" fmla="*/ 0 h 18288"/>
              <a:gd name="connsiteX15" fmla="*/ 9564942 w 10900219"/>
              <a:gd name="connsiteY15" fmla="*/ 0 h 18288"/>
              <a:gd name="connsiteX16" fmla="*/ 10900219 w 10900219"/>
              <a:gd name="connsiteY16" fmla="*/ 0 h 18288"/>
              <a:gd name="connsiteX17" fmla="*/ 10900219 w 10900219"/>
              <a:gd name="connsiteY17" fmla="*/ 18288 h 18288"/>
              <a:gd name="connsiteX18" fmla="*/ 10436960 w 10900219"/>
              <a:gd name="connsiteY18" fmla="*/ 18288 h 18288"/>
              <a:gd name="connsiteX19" fmla="*/ 9537692 w 10900219"/>
              <a:gd name="connsiteY19" fmla="*/ 18288 h 18288"/>
              <a:gd name="connsiteX20" fmla="*/ 8856428 w 10900219"/>
              <a:gd name="connsiteY20" fmla="*/ 18288 h 18288"/>
              <a:gd name="connsiteX21" fmla="*/ 8502171 w 10900219"/>
              <a:gd name="connsiteY21" fmla="*/ 18288 h 18288"/>
              <a:gd name="connsiteX22" fmla="*/ 7820907 w 10900219"/>
              <a:gd name="connsiteY22" fmla="*/ 18288 h 18288"/>
              <a:gd name="connsiteX23" fmla="*/ 7248646 w 10900219"/>
              <a:gd name="connsiteY23" fmla="*/ 18288 h 18288"/>
              <a:gd name="connsiteX24" fmla="*/ 6676384 w 10900219"/>
              <a:gd name="connsiteY24" fmla="*/ 18288 h 18288"/>
              <a:gd name="connsiteX25" fmla="*/ 6104123 w 10900219"/>
              <a:gd name="connsiteY25" fmla="*/ 18288 h 18288"/>
              <a:gd name="connsiteX26" fmla="*/ 5531861 w 10900219"/>
              <a:gd name="connsiteY26" fmla="*/ 18288 h 18288"/>
              <a:gd name="connsiteX27" fmla="*/ 4741595 w 10900219"/>
              <a:gd name="connsiteY27" fmla="*/ 18288 h 18288"/>
              <a:gd name="connsiteX28" fmla="*/ 4060332 w 10900219"/>
              <a:gd name="connsiteY28" fmla="*/ 18288 h 18288"/>
              <a:gd name="connsiteX29" fmla="*/ 3706074 w 10900219"/>
              <a:gd name="connsiteY29" fmla="*/ 18288 h 18288"/>
              <a:gd name="connsiteX30" fmla="*/ 3133813 w 10900219"/>
              <a:gd name="connsiteY30" fmla="*/ 18288 h 18288"/>
              <a:gd name="connsiteX31" fmla="*/ 2343547 w 10900219"/>
              <a:gd name="connsiteY31" fmla="*/ 18288 h 18288"/>
              <a:gd name="connsiteX32" fmla="*/ 1880288 w 10900219"/>
              <a:gd name="connsiteY32" fmla="*/ 18288 h 18288"/>
              <a:gd name="connsiteX33" fmla="*/ 981020 w 10900219"/>
              <a:gd name="connsiteY33" fmla="*/ 18288 h 18288"/>
              <a:gd name="connsiteX34" fmla="*/ 0 w 10900219"/>
              <a:gd name="connsiteY34" fmla="*/ 18288 h 18288"/>
              <a:gd name="connsiteX35" fmla="*/ 0 w 10900219"/>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900219" h="18288" fill="none" extrusionOk="0">
                <a:moveTo>
                  <a:pt x="0" y="0"/>
                </a:moveTo>
                <a:cubicBezTo>
                  <a:pt x="118469" y="-6619"/>
                  <a:pt x="329397" y="-5525"/>
                  <a:pt x="463259" y="0"/>
                </a:cubicBezTo>
                <a:cubicBezTo>
                  <a:pt x="597121" y="5525"/>
                  <a:pt x="866598" y="4881"/>
                  <a:pt x="1144523" y="0"/>
                </a:cubicBezTo>
                <a:cubicBezTo>
                  <a:pt x="1422448" y="-4881"/>
                  <a:pt x="1761178" y="17159"/>
                  <a:pt x="1934789" y="0"/>
                </a:cubicBezTo>
                <a:cubicBezTo>
                  <a:pt x="2108400" y="-17159"/>
                  <a:pt x="2119134" y="-4032"/>
                  <a:pt x="2289046" y="0"/>
                </a:cubicBezTo>
                <a:cubicBezTo>
                  <a:pt x="2458958" y="4032"/>
                  <a:pt x="2472610" y="15385"/>
                  <a:pt x="2643303" y="0"/>
                </a:cubicBezTo>
                <a:cubicBezTo>
                  <a:pt x="2813996" y="-15385"/>
                  <a:pt x="3334189" y="-21234"/>
                  <a:pt x="3542571" y="0"/>
                </a:cubicBezTo>
                <a:cubicBezTo>
                  <a:pt x="3750953" y="21234"/>
                  <a:pt x="3991639" y="13212"/>
                  <a:pt x="4223835" y="0"/>
                </a:cubicBezTo>
                <a:cubicBezTo>
                  <a:pt x="4456031" y="-13212"/>
                  <a:pt x="4466914" y="13318"/>
                  <a:pt x="4578092" y="0"/>
                </a:cubicBezTo>
                <a:cubicBezTo>
                  <a:pt x="4689270" y="-13318"/>
                  <a:pt x="5120635" y="31363"/>
                  <a:pt x="5259356" y="0"/>
                </a:cubicBezTo>
                <a:cubicBezTo>
                  <a:pt x="5398077" y="-31363"/>
                  <a:pt x="5954119" y="-7091"/>
                  <a:pt x="6158624" y="0"/>
                </a:cubicBezTo>
                <a:cubicBezTo>
                  <a:pt x="6363129" y="7091"/>
                  <a:pt x="6535071" y="-8480"/>
                  <a:pt x="6730885" y="0"/>
                </a:cubicBezTo>
                <a:cubicBezTo>
                  <a:pt x="6926699" y="8480"/>
                  <a:pt x="7091018" y="19194"/>
                  <a:pt x="7303147" y="0"/>
                </a:cubicBezTo>
                <a:cubicBezTo>
                  <a:pt x="7515276" y="-19194"/>
                  <a:pt x="7840361" y="30755"/>
                  <a:pt x="7984410" y="0"/>
                </a:cubicBezTo>
                <a:cubicBezTo>
                  <a:pt x="8128459" y="-30755"/>
                  <a:pt x="8498590" y="39460"/>
                  <a:pt x="8774676" y="0"/>
                </a:cubicBezTo>
                <a:cubicBezTo>
                  <a:pt x="9050762" y="-39460"/>
                  <a:pt x="9204381" y="36508"/>
                  <a:pt x="9564942" y="0"/>
                </a:cubicBezTo>
                <a:cubicBezTo>
                  <a:pt x="9925503" y="-36508"/>
                  <a:pt x="10235542" y="59225"/>
                  <a:pt x="10900219" y="0"/>
                </a:cubicBezTo>
                <a:cubicBezTo>
                  <a:pt x="10900865" y="4451"/>
                  <a:pt x="10900709" y="9226"/>
                  <a:pt x="10900219" y="18288"/>
                </a:cubicBezTo>
                <a:cubicBezTo>
                  <a:pt x="10675942" y="21751"/>
                  <a:pt x="10609372" y="26977"/>
                  <a:pt x="10436960" y="18288"/>
                </a:cubicBezTo>
                <a:cubicBezTo>
                  <a:pt x="10264548" y="9599"/>
                  <a:pt x="9961150" y="-11074"/>
                  <a:pt x="9537692" y="18288"/>
                </a:cubicBezTo>
                <a:cubicBezTo>
                  <a:pt x="9114234" y="47650"/>
                  <a:pt x="9087386" y="35169"/>
                  <a:pt x="8856428" y="18288"/>
                </a:cubicBezTo>
                <a:cubicBezTo>
                  <a:pt x="8625470" y="1407"/>
                  <a:pt x="8634361" y="13786"/>
                  <a:pt x="8502171" y="18288"/>
                </a:cubicBezTo>
                <a:cubicBezTo>
                  <a:pt x="8369981" y="22790"/>
                  <a:pt x="8132296" y="22561"/>
                  <a:pt x="7820907" y="18288"/>
                </a:cubicBezTo>
                <a:cubicBezTo>
                  <a:pt x="7509518" y="14015"/>
                  <a:pt x="7432447" y="29431"/>
                  <a:pt x="7248646" y="18288"/>
                </a:cubicBezTo>
                <a:cubicBezTo>
                  <a:pt x="7064845" y="7145"/>
                  <a:pt x="6954380" y="2746"/>
                  <a:pt x="6676384" y="18288"/>
                </a:cubicBezTo>
                <a:cubicBezTo>
                  <a:pt x="6398388" y="33830"/>
                  <a:pt x="6292480" y="-4579"/>
                  <a:pt x="6104123" y="18288"/>
                </a:cubicBezTo>
                <a:cubicBezTo>
                  <a:pt x="5915766" y="41155"/>
                  <a:pt x="5703359" y="-8437"/>
                  <a:pt x="5531861" y="18288"/>
                </a:cubicBezTo>
                <a:cubicBezTo>
                  <a:pt x="5360363" y="45013"/>
                  <a:pt x="5056784" y="-12121"/>
                  <a:pt x="4741595" y="18288"/>
                </a:cubicBezTo>
                <a:cubicBezTo>
                  <a:pt x="4426406" y="48697"/>
                  <a:pt x="4364529" y="-10910"/>
                  <a:pt x="4060332" y="18288"/>
                </a:cubicBezTo>
                <a:cubicBezTo>
                  <a:pt x="3756135" y="47486"/>
                  <a:pt x="3816049" y="13364"/>
                  <a:pt x="3706074" y="18288"/>
                </a:cubicBezTo>
                <a:cubicBezTo>
                  <a:pt x="3596099" y="23212"/>
                  <a:pt x="3382238" y="37686"/>
                  <a:pt x="3133813" y="18288"/>
                </a:cubicBezTo>
                <a:cubicBezTo>
                  <a:pt x="2885388" y="-1110"/>
                  <a:pt x="2523125" y="15465"/>
                  <a:pt x="2343547" y="18288"/>
                </a:cubicBezTo>
                <a:cubicBezTo>
                  <a:pt x="2163969" y="21111"/>
                  <a:pt x="1985160" y="33196"/>
                  <a:pt x="1880288" y="18288"/>
                </a:cubicBezTo>
                <a:cubicBezTo>
                  <a:pt x="1775416" y="3380"/>
                  <a:pt x="1261751" y="-9914"/>
                  <a:pt x="981020" y="18288"/>
                </a:cubicBezTo>
                <a:cubicBezTo>
                  <a:pt x="700289" y="46490"/>
                  <a:pt x="314212" y="-15659"/>
                  <a:pt x="0" y="18288"/>
                </a:cubicBezTo>
                <a:cubicBezTo>
                  <a:pt x="-213" y="9468"/>
                  <a:pt x="187" y="4459"/>
                  <a:pt x="0" y="0"/>
                </a:cubicBezTo>
                <a:close/>
              </a:path>
              <a:path w="10900219" h="18288" stroke="0" extrusionOk="0">
                <a:moveTo>
                  <a:pt x="0" y="0"/>
                </a:moveTo>
                <a:cubicBezTo>
                  <a:pt x="269624" y="3698"/>
                  <a:pt x="383061" y="-5818"/>
                  <a:pt x="572261" y="0"/>
                </a:cubicBezTo>
                <a:cubicBezTo>
                  <a:pt x="761461" y="5818"/>
                  <a:pt x="826360" y="-1890"/>
                  <a:pt x="926519" y="0"/>
                </a:cubicBezTo>
                <a:cubicBezTo>
                  <a:pt x="1026678" y="1890"/>
                  <a:pt x="1621671" y="-1096"/>
                  <a:pt x="1825787" y="0"/>
                </a:cubicBezTo>
                <a:cubicBezTo>
                  <a:pt x="2029903" y="1096"/>
                  <a:pt x="2212612" y="17145"/>
                  <a:pt x="2398048" y="0"/>
                </a:cubicBezTo>
                <a:cubicBezTo>
                  <a:pt x="2583484" y="-17145"/>
                  <a:pt x="2739759" y="-14168"/>
                  <a:pt x="2970310" y="0"/>
                </a:cubicBezTo>
                <a:cubicBezTo>
                  <a:pt x="3200861" y="14168"/>
                  <a:pt x="3502691" y="33180"/>
                  <a:pt x="3869578" y="0"/>
                </a:cubicBezTo>
                <a:cubicBezTo>
                  <a:pt x="4236465" y="-33180"/>
                  <a:pt x="4122134" y="-10470"/>
                  <a:pt x="4332837" y="0"/>
                </a:cubicBezTo>
                <a:cubicBezTo>
                  <a:pt x="4543540" y="10470"/>
                  <a:pt x="4834652" y="3572"/>
                  <a:pt x="5232105" y="0"/>
                </a:cubicBezTo>
                <a:cubicBezTo>
                  <a:pt x="5629558" y="-3572"/>
                  <a:pt x="5773178" y="-6604"/>
                  <a:pt x="6131373" y="0"/>
                </a:cubicBezTo>
                <a:cubicBezTo>
                  <a:pt x="6489568" y="6604"/>
                  <a:pt x="6621532" y="18870"/>
                  <a:pt x="6812637" y="0"/>
                </a:cubicBezTo>
                <a:cubicBezTo>
                  <a:pt x="7003742" y="-18870"/>
                  <a:pt x="7311146" y="18959"/>
                  <a:pt x="7711905" y="0"/>
                </a:cubicBezTo>
                <a:cubicBezTo>
                  <a:pt x="8112664" y="-18959"/>
                  <a:pt x="8080793" y="-24744"/>
                  <a:pt x="8284166" y="0"/>
                </a:cubicBezTo>
                <a:cubicBezTo>
                  <a:pt x="8487539" y="24744"/>
                  <a:pt x="8615041" y="-1627"/>
                  <a:pt x="8856428" y="0"/>
                </a:cubicBezTo>
                <a:cubicBezTo>
                  <a:pt x="9097815" y="1627"/>
                  <a:pt x="9475052" y="26322"/>
                  <a:pt x="9646694" y="0"/>
                </a:cubicBezTo>
                <a:cubicBezTo>
                  <a:pt x="9818336" y="-26322"/>
                  <a:pt x="9938906" y="-121"/>
                  <a:pt x="10218955" y="0"/>
                </a:cubicBezTo>
                <a:cubicBezTo>
                  <a:pt x="10499004" y="121"/>
                  <a:pt x="10697467" y="15326"/>
                  <a:pt x="10900219" y="0"/>
                </a:cubicBezTo>
                <a:cubicBezTo>
                  <a:pt x="10899812" y="8690"/>
                  <a:pt x="10900065" y="14141"/>
                  <a:pt x="10900219" y="18288"/>
                </a:cubicBezTo>
                <a:cubicBezTo>
                  <a:pt x="10543007" y="31201"/>
                  <a:pt x="10472057" y="15684"/>
                  <a:pt x="10109953" y="18288"/>
                </a:cubicBezTo>
                <a:cubicBezTo>
                  <a:pt x="9747849" y="20892"/>
                  <a:pt x="9872856" y="33007"/>
                  <a:pt x="9755696" y="18288"/>
                </a:cubicBezTo>
                <a:cubicBezTo>
                  <a:pt x="9638536" y="3569"/>
                  <a:pt x="9442681" y="6596"/>
                  <a:pt x="9292437" y="18288"/>
                </a:cubicBezTo>
                <a:cubicBezTo>
                  <a:pt x="9142193" y="29980"/>
                  <a:pt x="8817861" y="-11343"/>
                  <a:pt x="8393169" y="18288"/>
                </a:cubicBezTo>
                <a:cubicBezTo>
                  <a:pt x="7968477" y="47919"/>
                  <a:pt x="7919655" y="23228"/>
                  <a:pt x="7711905" y="18288"/>
                </a:cubicBezTo>
                <a:cubicBezTo>
                  <a:pt x="7504155" y="13348"/>
                  <a:pt x="7365667" y="6452"/>
                  <a:pt x="7248646" y="18288"/>
                </a:cubicBezTo>
                <a:cubicBezTo>
                  <a:pt x="7131625" y="30124"/>
                  <a:pt x="6776155" y="2871"/>
                  <a:pt x="6567382" y="18288"/>
                </a:cubicBezTo>
                <a:cubicBezTo>
                  <a:pt x="6358609" y="33705"/>
                  <a:pt x="6372933" y="1091"/>
                  <a:pt x="6213125" y="18288"/>
                </a:cubicBezTo>
                <a:cubicBezTo>
                  <a:pt x="6053317" y="35485"/>
                  <a:pt x="5980913" y="1290"/>
                  <a:pt x="5858868" y="18288"/>
                </a:cubicBezTo>
                <a:cubicBezTo>
                  <a:pt x="5736823" y="35286"/>
                  <a:pt x="5481395" y="5492"/>
                  <a:pt x="5177604" y="18288"/>
                </a:cubicBezTo>
                <a:cubicBezTo>
                  <a:pt x="4873813" y="31084"/>
                  <a:pt x="4854222" y="37160"/>
                  <a:pt x="4714345" y="18288"/>
                </a:cubicBezTo>
                <a:cubicBezTo>
                  <a:pt x="4574468" y="-584"/>
                  <a:pt x="4298550" y="22981"/>
                  <a:pt x="3924079" y="18288"/>
                </a:cubicBezTo>
                <a:cubicBezTo>
                  <a:pt x="3549608" y="13595"/>
                  <a:pt x="3645461" y="-921"/>
                  <a:pt x="3460820" y="18288"/>
                </a:cubicBezTo>
                <a:cubicBezTo>
                  <a:pt x="3276179" y="37497"/>
                  <a:pt x="3004470" y="-15027"/>
                  <a:pt x="2670554" y="18288"/>
                </a:cubicBezTo>
                <a:cubicBezTo>
                  <a:pt x="2336638" y="51603"/>
                  <a:pt x="2425773" y="17517"/>
                  <a:pt x="2316297" y="18288"/>
                </a:cubicBezTo>
                <a:cubicBezTo>
                  <a:pt x="2206821" y="19059"/>
                  <a:pt x="1757890" y="42158"/>
                  <a:pt x="1526031" y="18288"/>
                </a:cubicBezTo>
                <a:cubicBezTo>
                  <a:pt x="1294172" y="-5582"/>
                  <a:pt x="1213137" y="12281"/>
                  <a:pt x="1062771" y="18288"/>
                </a:cubicBezTo>
                <a:cubicBezTo>
                  <a:pt x="912405" y="24295"/>
                  <a:pt x="829444" y="7304"/>
                  <a:pt x="708514" y="18288"/>
                </a:cubicBezTo>
                <a:cubicBezTo>
                  <a:pt x="587584" y="29272"/>
                  <a:pt x="227877" y="37311"/>
                  <a:pt x="0" y="18288"/>
                </a:cubicBezTo>
                <a:cubicBezTo>
                  <a:pt x="-53" y="11301"/>
                  <a:pt x="-649" y="7756"/>
                  <a:pt x="0" y="0"/>
                </a:cubicBezTo>
                <a:close/>
              </a:path>
            </a:pathLst>
          </a:custGeom>
          <a:solidFill>
            <a:schemeClr val="accent1"/>
          </a:solidFill>
          <a:ln w="34925">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1132327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AE282-8875-4F49-AB21-E1C2BCAEA1F6}"/>
              </a:ext>
            </a:extLst>
          </p:cNvPr>
          <p:cNvSpPr>
            <a:spLocks noGrp="1"/>
          </p:cNvSpPr>
          <p:nvPr>
            <p:ph type="title"/>
          </p:nvPr>
        </p:nvSpPr>
        <p:spPr>
          <a:xfrm>
            <a:off x="839788" y="365125"/>
            <a:ext cx="10515600" cy="1325563"/>
          </a:xfrm>
        </p:spPr>
        <p:txBody>
          <a:bodyPr/>
          <a:lstStyle>
            <a:lvl1pPr algn="ctr">
              <a:defRPr/>
            </a:lvl1pPr>
          </a:lstStyle>
          <a:p>
            <a:r>
              <a:rPr lang="en-US"/>
              <a:t>Click to edit Master title style</a:t>
            </a:r>
          </a:p>
        </p:txBody>
      </p:sp>
      <p:sp>
        <p:nvSpPr>
          <p:cNvPr id="3" name="Text Placeholder 2">
            <a:extLst>
              <a:ext uri="{FF2B5EF4-FFF2-40B4-BE49-F238E27FC236}">
                <a16:creationId xmlns:a16="http://schemas.microsoft.com/office/drawing/2014/main" id="{81712EA2-EF8C-4F18-BECF-AD121F72816A}"/>
              </a:ext>
            </a:extLst>
          </p:cNvPr>
          <p:cNvSpPr>
            <a:spLocks noGrp="1"/>
          </p:cNvSpPr>
          <p:nvPr>
            <p:ph type="body" idx="1"/>
          </p:nvPr>
        </p:nvSpPr>
        <p:spPr>
          <a:xfrm>
            <a:off x="839788" y="2578608"/>
            <a:ext cx="5157787" cy="823912"/>
          </a:xfrm>
        </p:spPr>
        <p:txBody>
          <a:bodyPr anchor="b">
            <a:normAutofit/>
          </a:bodyPr>
          <a:lstStyle>
            <a:lvl1pPr marL="0" indent="0">
              <a:lnSpc>
                <a:spcPct val="100000"/>
              </a:lnSpc>
              <a:buNone/>
              <a:defRPr sz="4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7B59D4-E93F-40C1-A1A2-F1867830C678}"/>
              </a:ext>
            </a:extLst>
          </p:cNvPr>
          <p:cNvSpPr>
            <a:spLocks noGrp="1"/>
          </p:cNvSpPr>
          <p:nvPr>
            <p:ph sz="half" idx="2"/>
          </p:nvPr>
        </p:nvSpPr>
        <p:spPr>
          <a:xfrm>
            <a:off x="839788" y="3617842"/>
            <a:ext cx="5157787" cy="2572645"/>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6E810616-1C77-42AE-8449-D0B64E2B8475}"/>
              </a:ext>
            </a:extLst>
          </p:cNvPr>
          <p:cNvSpPr>
            <a:spLocks noGrp="1"/>
          </p:cNvSpPr>
          <p:nvPr>
            <p:ph type="body" sz="quarter" idx="3"/>
          </p:nvPr>
        </p:nvSpPr>
        <p:spPr>
          <a:xfrm>
            <a:off x="6172200" y="2578608"/>
            <a:ext cx="5183188" cy="823912"/>
          </a:xfrm>
        </p:spPr>
        <p:txBody>
          <a:bodyPr anchor="b">
            <a:normAutofit/>
          </a:bodyPr>
          <a:lstStyle>
            <a:lvl1pPr marL="0" indent="0">
              <a:lnSpc>
                <a:spcPct val="100000"/>
              </a:lnSpc>
              <a:buNone/>
              <a:defRPr sz="4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A74E172-AFE8-48E4-BBB0-CA6D4EC1127C}"/>
              </a:ext>
            </a:extLst>
          </p:cNvPr>
          <p:cNvSpPr>
            <a:spLocks noGrp="1"/>
          </p:cNvSpPr>
          <p:nvPr>
            <p:ph sz="quarter" idx="4"/>
          </p:nvPr>
        </p:nvSpPr>
        <p:spPr>
          <a:xfrm>
            <a:off x="6172200" y="3617842"/>
            <a:ext cx="5183188" cy="2572645"/>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454070D5-9B7B-47FC-9F75-F6AD9607452E}"/>
              </a:ext>
            </a:extLst>
          </p:cNvPr>
          <p:cNvSpPr>
            <a:spLocks noGrp="1"/>
          </p:cNvSpPr>
          <p:nvPr>
            <p:ph type="ftr" sz="quarter" idx="11"/>
          </p:nvPr>
        </p:nvSpPr>
        <p:spPr/>
        <p:txBody>
          <a:bodyPr/>
          <a:lstStyle/>
          <a:p>
            <a:r>
              <a:rPr lang="en-US" dirty="0"/>
              <a:t>Presentation Title</a:t>
            </a:r>
          </a:p>
        </p:txBody>
      </p:sp>
      <p:sp>
        <p:nvSpPr>
          <p:cNvPr id="9" name="Slide Number Placeholder 8">
            <a:extLst>
              <a:ext uri="{FF2B5EF4-FFF2-40B4-BE49-F238E27FC236}">
                <a16:creationId xmlns:a16="http://schemas.microsoft.com/office/drawing/2014/main" id="{428EAC17-33BE-4265-8C06-644C2D34FD3C}"/>
              </a:ext>
            </a:extLst>
          </p:cNvPr>
          <p:cNvSpPr>
            <a:spLocks noGrp="1"/>
          </p:cNvSpPr>
          <p:nvPr>
            <p:ph type="sldNum" sz="quarter" idx="12"/>
          </p:nvPr>
        </p:nvSpPr>
        <p:spPr/>
        <p:txBody>
          <a:bodyPr/>
          <a:lstStyle/>
          <a:p>
            <a:fld id="{2C18C1E5-FB55-42F5-BD6D-9CC153FCDBE6}" type="slidenum">
              <a:rPr lang="en-US" smtClean="0"/>
              <a:t>‹#›</a:t>
            </a:fld>
            <a:endParaRPr lang="en-US" dirty="0"/>
          </a:p>
        </p:txBody>
      </p:sp>
      <p:sp>
        <p:nvSpPr>
          <p:cNvPr id="10" name="Rectangle 9" descr="Tag=AccentColor&#10;Flavor=Light&#10;Target=FillAndLine">
            <a:extLst>
              <a:ext uri="{FF2B5EF4-FFF2-40B4-BE49-F238E27FC236}">
                <a16:creationId xmlns:a16="http://schemas.microsoft.com/office/drawing/2014/main" id="{5A11B4AA-D861-4DDC-9A8A-7036C40D909C}"/>
              </a:ext>
            </a:extLst>
          </p:cNvPr>
          <p:cNvSpPr/>
          <p:nvPr userDrawn="1"/>
        </p:nvSpPr>
        <p:spPr>
          <a:xfrm flipV="1">
            <a:off x="648305" y="2067561"/>
            <a:ext cx="10900219" cy="18288"/>
          </a:xfrm>
          <a:custGeom>
            <a:avLst/>
            <a:gdLst>
              <a:gd name="connsiteX0" fmla="*/ 0 w 10900219"/>
              <a:gd name="connsiteY0" fmla="*/ 0 h 18288"/>
              <a:gd name="connsiteX1" fmla="*/ 463259 w 10900219"/>
              <a:gd name="connsiteY1" fmla="*/ 0 h 18288"/>
              <a:gd name="connsiteX2" fmla="*/ 1144523 w 10900219"/>
              <a:gd name="connsiteY2" fmla="*/ 0 h 18288"/>
              <a:gd name="connsiteX3" fmla="*/ 1934789 w 10900219"/>
              <a:gd name="connsiteY3" fmla="*/ 0 h 18288"/>
              <a:gd name="connsiteX4" fmla="*/ 2289046 w 10900219"/>
              <a:gd name="connsiteY4" fmla="*/ 0 h 18288"/>
              <a:gd name="connsiteX5" fmla="*/ 2643303 w 10900219"/>
              <a:gd name="connsiteY5" fmla="*/ 0 h 18288"/>
              <a:gd name="connsiteX6" fmla="*/ 3542571 w 10900219"/>
              <a:gd name="connsiteY6" fmla="*/ 0 h 18288"/>
              <a:gd name="connsiteX7" fmla="*/ 4223835 w 10900219"/>
              <a:gd name="connsiteY7" fmla="*/ 0 h 18288"/>
              <a:gd name="connsiteX8" fmla="*/ 4578092 w 10900219"/>
              <a:gd name="connsiteY8" fmla="*/ 0 h 18288"/>
              <a:gd name="connsiteX9" fmla="*/ 5259356 w 10900219"/>
              <a:gd name="connsiteY9" fmla="*/ 0 h 18288"/>
              <a:gd name="connsiteX10" fmla="*/ 6158624 w 10900219"/>
              <a:gd name="connsiteY10" fmla="*/ 0 h 18288"/>
              <a:gd name="connsiteX11" fmla="*/ 6730885 w 10900219"/>
              <a:gd name="connsiteY11" fmla="*/ 0 h 18288"/>
              <a:gd name="connsiteX12" fmla="*/ 7303147 w 10900219"/>
              <a:gd name="connsiteY12" fmla="*/ 0 h 18288"/>
              <a:gd name="connsiteX13" fmla="*/ 7984410 w 10900219"/>
              <a:gd name="connsiteY13" fmla="*/ 0 h 18288"/>
              <a:gd name="connsiteX14" fmla="*/ 8774676 w 10900219"/>
              <a:gd name="connsiteY14" fmla="*/ 0 h 18288"/>
              <a:gd name="connsiteX15" fmla="*/ 9564942 w 10900219"/>
              <a:gd name="connsiteY15" fmla="*/ 0 h 18288"/>
              <a:gd name="connsiteX16" fmla="*/ 10900219 w 10900219"/>
              <a:gd name="connsiteY16" fmla="*/ 0 h 18288"/>
              <a:gd name="connsiteX17" fmla="*/ 10900219 w 10900219"/>
              <a:gd name="connsiteY17" fmla="*/ 18288 h 18288"/>
              <a:gd name="connsiteX18" fmla="*/ 10436960 w 10900219"/>
              <a:gd name="connsiteY18" fmla="*/ 18288 h 18288"/>
              <a:gd name="connsiteX19" fmla="*/ 9537692 w 10900219"/>
              <a:gd name="connsiteY19" fmla="*/ 18288 h 18288"/>
              <a:gd name="connsiteX20" fmla="*/ 8856428 w 10900219"/>
              <a:gd name="connsiteY20" fmla="*/ 18288 h 18288"/>
              <a:gd name="connsiteX21" fmla="*/ 8502171 w 10900219"/>
              <a:gd name="connsiteY21" fmla="*/ 18288 h 18288"/>
              <a:gd name="connsiteX22" fmla="*/ 7820907 w 10900219"/>
              <a:gd name="connsiteY22" fmla="*/ 18288 h 18288"/>
              <a:gd name="connsiteX23" fmla="*/ 7248646 w 10900219"/>
              <a:gd name="connsiteY23" fmla="*/ 18288 h 18288"/>
              <a:gd name="connsiteX24" fmla="*/ 6676384 w 10900219"/>
              <a:gd name="connsiteY24" fmla="*/ 18288 h 18288"/>
              <a:gd name="connsiteX25" fmla="*/ 6104123 w 10900219"/>
              <a:gd name="connsiteY25" fmla="*/ 18288 h 18288"/>
              <a:gd name="connsiteX26" fmla="*/ 5531861 w 10900219"/>
              <a:gd name="connsiteY26" fmla="*/ 18288 h 18288"/>
              <a:gd name="connsiteX27" fmla="*/ 4741595 w 10900219"/>
              <a:gd name="connsiteY27" fmla="*/ 18288 h 18288"/>
              <a:gd name="connsiteX28" fmla="*/ 4060332 w 10900219"/>
              <a:gd name="connsiteY28" fmla="*/ 18288 h 18288"/>
              <a:gd name="connsiteX29" fmla="*/ 3706074 w 10900219"/>
              <a:gd name="connsiteY29" fmla="*/ 18288 h 18288"/>
              <a:gd name="connsiteX30" fmla="*/ 3133813 w 10900219"/>
              <a:gd name="connsiteY30" fmla="*/ 18288 h 18288"/>
              <a:gd name="connsiteX31" fmla="*/ 2343547 w 10900219"/>
              <a:gd name="connsiteY31" fmla="*/ 18288 h 18288"/>
              <a:gd name="connsiteX32" fmla="*/ 1880288 w 10900219"/>
              <a:gd name="connsiteY32" fmla="*/ 18288 h 18288"/>
              <a:gd name="connsiteX33" fmla="*/ 981020 w 10900219"/>
              <a:gd name="connsiteY33" fmla="*/ 18288 h 18288"/>
              <a:gd name="connsiteX34" fmla="*/ 0 w 10900219"/>
              <a:gd name="connsiteY34" fmla="*/ 18288 h 18288"/>
              <a:gd name="connsiteX35" fmla="*/ 0 w 10900219"/>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900219" h="18288" fill="none" extrusionOk="0">
                <a:moveTo>
                  <a:pt x="0" y="0"/>
                </a:moveTo>
                <a:cubicBezTo>
                  <a:pt x="118469" y="-6619"/>
                  <a:pt x="329397" y="-5525"/>
                  <a:pt x="463259" y="0"/>
                </a:cubicBezTo>
                <a:cubicBezTo>
                  <a:pt x="597121" y="5525"/>
                  <a:pt x="866598" y="4881"/>
                  <a:pt x="1144523" y="0"/>
                </a:cubicBezTo>
                <a:cubicBezTo>
                  <a:pt x="1422448" y="-4881"/>
                  <a:pt x="1761178" y="17159"/>
                  <a:pt x="1934789" y="0"/>
                </a:cubicBezTo>
                <a:cubicBezTo>
                  <a:pt x="2108400" y="-17159"/>
                  <a:pt x="2119134" y="-4032"/>
                  <a:pt x="2289046" y="0"/>
                </a:cubicBezTo>
                <a:cubicBezTo>
                  <a:pt x="2458958" y="4032"/>
                  <a:pt x="2472610" y="15385"/>
                  <a:pt x="2643303" y="0"/>
                </a:cubicBezTo>
                <a:cubicBezTo>
                  <a:pt x="2813996" y="-15385"/>
                  <a:pt x="3334189" y="-21234"/>
                  <a:pt x="3542571" y="0"/>
                </a:cubicBezTo>
                <a:cubicBezTo>
                  <a:pt x="3750953" y="21234"/>
                  <a:pt x="3991639" y="13212"/>
                  <a:pt x="4223835" y="0"/>
                </a:cubicBezTo>
                <a:cubicBezTo>
                  <a:pt x="4456031" y="-13212"/>
                  <a:pt x="4466914" y="13318"/>
                  <a:pt x="4578092" y="0"/>
                </a:cubicBezTo>
                <a:cubicBezTo>
                  <a:pt x="4689270" y="-13318"/>
                  <a:pt x="5120635" y="31363"/>
                  <a:pt x="5259356" y="0"/>
                </a:cubicBezTo>
                <a:cubicBezTo>
                  <a:pt x="5398077" y="-31363"/>
                  <a:pt x="5954119" y="-7091"/>
                  <a:pt x="6158624" y="0"/>
                </a:cubicBezTo>
                <a:cubicBezTo>
                  <a:pt x="6363129" y="7091"/>
                  <a:pt x="6535071" y="-8480"/>
                  <a:pt x="6730885" y="0"/>
                </a:cubicBezTo>
                <a:cubicBezTo>
                  <a:pt x="6926699" y="8480"/>
                  <a:pt x="7091018" y="19194"/>
                  <a:pt x="7303147" y="0"/>
                </a:cubicBezTo>
                <a:cubicBezTo>
                  <a:pt x="7515276" y="-19194"/>
                  <a:pt x="7840361" y="30755"/>
                  <a:pt x="7984410" y="0"/>
                </a:cubicBezTo>
                <a:cubicBezTo>
                  <a:pt x="8128459" y="-30755"/>
                  <a:pt x="8498590" y="39460"/>
                  <a:pt x="8774676" y="0"/>
                </a:cubicBezTo>
                <a:cubicBezTo>
                  <a:pt x="9050762" y="-39460"/>
                  <a:pt x="9204381" y="36508"/>
                  <a:pt x="9564942" y="0"/>
                </a:cubicBezTo>
                <a:cubicBezTo>
                  <a:pt x="9925503" y="-36508"/>
                  <a:pt x="10235542" y="59225"/>
                  <a:pt x="10900219" y="0"/>
                </a:cubicBezTo>
                <a:cubicBezTo>
                  <a:pt x="10900865" y="4451"/>
                  <a:pt x="10900709" y="9226"/>
                  <a:pt x="10900219" y="18288"/>
                </a:cubicBezTo>
                <a:cubicBezTo>
                  <a:pt x="10675942" y="21751"/>
                  <a:pt x="10609372" y="26977"/>
                  <a:pt x="10436960" y="18288"/>
                </a:cubicBezTo>
                <a:cubicBezTo>
                  <a:pt x="10264548" y="9599"/>
                  <a:pt x="9961150" y="-11074"/>
                  <a:pt x="9537692" y="18288"/>
                </a:cubicBezTo>
                <a:cubicBezTo>
                  <a:pt x="9114234" y="47650"/>
                  <a:pt x="9087386" y="35169"/>
                  <a:pt x="8856428" y="18288"/>
                </a:cubicBezTo>
                <a:cubicBezTo>
                  <a:pt x="8625470" y="1407"/>
                  <a:pt x="8634361" y="13786"/>
                  <a:pt x="8502171" y="18288"/>
                </a:cubicBezTo>
                <a:cubicBezTo>
                  <a:pt x="8369981" y="22790"/>
                  <a:pt x="8132296" y="22561"/>
                  <a:pt x="7820907" y="18288"/>
                </a:cubicBezTo>
                <a:cubicBezTo>
                  <a:pt x="7509518" y="14015"/>
                  <a:pt x="7432447" y="29431"/>
                  <a:pt x="7248646" y="18288"/>
                </a:cubicBezTo>
                <a:cubicBezTo>
                  <a:pt x="7064845" y="7145"/>
                  <a:pt x="6954380" y="2746"/>
                  <a:pt x="6676384" y="18288"/>
                </a:cubicBezTo>
                <a:cubicBezTo>
                  <a:pt x="6398388" y="33830"/>
                  <a:pt x="6292480" y="-4579"/>
                  <a:pt x="6104123" y="18288"/>
                </a:cubicBezTo>
                <a:cubicBezTo>
                  <a:pt x="5915766" y="41155"/>
                  <a:pt x="5703359" y="-8437"/>
                  <a:pt x="5531861" y="18288"/>
                </a:cubicBezTo>
                <a:cubicBezTo>
                  <a:pt x="5360363" y="45013"/>
                  <a:pt x="5056784" y="-12121"/>
                  <a:pt x="4741595" y="18288"/>
                </a:cubicBezTo>
                <a:cubicBezTo>
                  <a:pt x="4426406" y="48697"/>
                  <a:pt x="4364529" y="-10910"/>
                  <a:pt x="4060332" y="18288"/>
                </a:cubicBezTo>
                <a:cubicBezTo>
                  <a:pt x="3756135" y="47486"/>
                  <a:pt x="3816049" y="13364"/>
                  <a:pt x="3706074" y="18288"/>
                </a:cubicBezTo>
                <a:cubicBezTo>
                  <a:pt x="3596099" y="23212"/>
                  <a:pt x="3382238" y="37686"/>
                  <a:pt x="3133813" y="18288"/>
                </a:cubicBezTo>
                <a:cubicBezTo>
                  <a:pt x="2885388" y="-1110"/>
                  <a:pt x="2523125" y="15465"/>
                  <a:pt x="2343547" y="18288"/>
                </a:cubicBezTo>
                <a:cubicBezTo>
                  <a:pt x="2163969" y="21111"/>
                  <a:pt x="1985160" y="33196"/>
                  <a:pt x="1880288" y="18288"/>
                </a:cubicBezTo>
                <a:cubicBezTo>
                  <a:pt x="1775416" y="3380"/>
                  <a:pt x="1261751" y="-9914"/>
                  <a:pt x="981020" y="18288"/>
                </a:cubicBezTo>
                <a:cubicBezTo>
                  <a:pt x="700289" y="46490"/>
                  <a:pt x="314212" y="-15659"/>
                  <a:pt x="0" y="18288"/>
                </a:cubicBezTo>
                <a:cubicBezTo>
                  <a:pt x="-213" y="9468"/>
                  <a:pt x="187" y="4459"/>
                  <a:pt x="0" y="0"/>
                </a:cubicBezTo>
                <a:close/>
              </a:path>
              <a:path w="10900219" h="18288" stroke="0" extrusionOk="0">
                <a:moveTo>
                  <a:pt x="0" y="0"/>
                </a:moveTo>
                <a:cubicBezTo>
                  <a:pt x="269624" y="3698"/>
                  <a:pt x="383061" y="-5818"/>
                  <a:pt x="572261" y="0"/>
                </a:cubicBezTo>
                <a:cubicBezTo>
                  <a:pt x="761461" y="5818"/>
                  <a:pt x="826360" y="-1890"/>
                  <a:pt x="926519" y="0"/>
                </a:cubicBezTo>
                <a:cubicBezTo>
                  <a:pt x="1026678" y="1890"/>
                  <a:pt x="1621671" y="-1096"/>
                  <a:pt x="1825787" y="0"/>
                </a:cubicBezTo>
                <a:cubicBezTo>
                  <a:pt x="2029903" y="1096"/>
                  <a:pt x="2212612" y="17145"/>
                  <a:pt x="2398048" y="0"/>
                </a:cubicBezTo>
                <a:cubicBezTo>
                  <a:pt x="2583484" y="-17145"/>
                  <a:pt x="2739759" y="-14168"/>
                  <a:pt x="2970310" y="0"/>
                </a:cubicBezTo>
                <a:cubicBezTo>
                  <a:pt x="3200861" y="14168"/>
                  <a:pt x="3502691" y="33180"/>
                  <a:pt x="3869578" y="0"/>
                </a:cubicBezTo>
                <a:cubicBezTo>
                  <a:pt x="4236465" y="-33180"/>
                  <a:pt x="4122134" y="-10470"/>
                  <a:pt x="4332837" y="0"/>
                </a:cubicBezTo>
                <a:cubicBezTo>
                  <a:pt x="4543540" y="10470"/>
                  <a:pt x="4834652" y="3572"/>
                  <a:pt x="5232105" y="0"/>
                </a:cubicBezTo>
                <a:cubicBezTo>
                  <a:pt x="5629558" y="-3572"/>
                  <a:pt x="5773178" y="-6604"/>
                  <a:pt x="6131373" y="0"/>
                </a:cubicBezTo>
                <a:cubicBezTo>
                  <a:pt x="6489568" y="6604"/>
                  <a:pt x="6621532" y="18870"/>
                  <a:pt x="6812637" y="0"/>
                </a:cubicBezTo>
                <a:cubicBezTo>
                  <a:pt x="7003742" y="-18870"/>
                  <a:pt x="7311146" y="18959"/>
                  <a:pt x="7711905" y="0"/>
                </a:cubicBezTo>
                <a:cubicBezTo>
                  <a:pt x="8112664" y="-18959"/>
                  <a:pt x="8080793" y="-24744"/>
                  <a:pt x="8284166" y="0"/>
                </a:cubicBezTo>
                <a:cubicBezTo>
                  <a:pt x="8487539" y="24744"/>
                  <a:pt x="8615041" y="-1627"/>
                  <a:pt x="8856428" y="0"/>
                </a:cubicBezTo>
                <a:cubicBezTo>
                  <a:pt x="9097815" y="1627"/>
                  <a:pt x="9475052" y="26322"/>
                  <a:pt x="9646694" y="0"/>
                </a:cubicBezTo>
                <a:cubicBezTo>
                  <a:pt x="9818336" y="-26322"/>
                  <a:pt x="9938906" y="-121"/>
                  <a:pt x="10218955" y="0"/>
                </a:cubicBezTo>
                <a:cubicBezTo>
                  <a:pt x="10499004" y="121"/>
                  <a:pt x="10697467" y="15326"/>
                  <a:pt x="10900219" y="0"/>
                </a:cubicBezTo>
                <a:cubicBezTo>
                  <a:pt x="10899812" y="8690"/>
                  <a:pt x="10900065" y="14141"/>
                  <a:pt x="10900219" y="18288"/>
                </a:cubicBezTo>
                <a:cubicBezTo>
                  <a:pt x="10543007" y="31201"/>
                  <a:pt x="10472057" y="15684"/>
                  <a:pt x="10109953" y="18288"/>
                </a:cubicBezTo>
                <a:cubicBezTo>
                  <a:pt x="9747849" y="20892"/>
                  <a:pt x="9872856" y="33007"/>
                  <a:pt x="9755696" y="18288"/>
                </a:cubicBezTo>
                <a:cubicBezTo>
                  <a:pt x="9638536" y="3569"/>
                  <a:pt x="9442681" y="6596"/>
                  <a:pt x="9292437" y="18288"/>
                </a:cubicBezTo>
                <a:cubicBezTo>
                  <a:pt x="9142193" y="29980"/>
                  <a:pt x="8817861" y="-11343"/>
                  <a:pt x="8393169" y="18288"/>
                </a:cubicBezTo>
                <a:cubicBezTo>
                  <a:pt x="7968477" y="47919"/>
                  <a:pt x="7919655" y="23228"/>
                  <a:pt x="7711905" y="18288"/>
                </a:cubicBezTo>
                <a:cubicBezTo>
                  <a:pt x="7504155" y="13348"/>
                  <a:pt x="7365667" y="6452"/>
                  <a:pt x="7248646" y="18288"/>
                </a:cubicBezTo>
                <a:cubicBezTo>
                  <a:pt x="7131625" y="30124"/>
                  <a:pt x="6776155" y="2871"/>
                  <a:pt x="6567382" y="18288"/>
                </a:cubicBezTo>
                <a:cubicBezTo>
                  <a:pt x="6358609" y="33705"/>
                  <a:pt x="6372933" y="1091"/>
                  <a:pt x="6213125" y="18288"/>
                </a:cubicBezTo>
                <a:cubicBezTo>
                  <a:pt x="6053317" y="35485"/>
                  <a:pt x="5980913" y="1290"/>
                  <a:pt x="5858868" y="18288"/>
                </a:cubicBezTo>
                <a:cubicBezTo>
                  <a:pt x="5736823" y="35286"/>
                  <a:pt x="5481395" y="5492"/>
                  <a:pt x="5177604" y="18288"/>
                </a:cubicBezTo>
                <a:cubicBezTo>
                  <a:pt x="4873813" y="31084"/>
                  <a:pt x="4854222" y="37160"/>
                  <a:pt x="4714345" y="18288"/>
                </a:cubicBezTo>
                <a:cubicBezTo>
                  <a:pt x="4574468" y="-584"/>
                  <a:pt x="4298550" y="22981"/>
                  <a:pt x="3924079" y="18288"/>
                </a:cubicBezTo>
                <a:cubicBezTo>
                  <a:pt x="3549608" y="13595"/>
                  <a:pt x="3645461" y="-921"/>
                  <a:pt x="3460820" y="18288"/>
                </a:cubicBezTo>
                <a:cubicBezTo>
                  <a:pt x="3276179" y="37497"/>
                  <a:pt x="3004470" y="-15027"/>
                  <a:pt x="2670554" y="18288"/>
                </a:cubicBezTo>
                <a:cubicBezTo>
                  <a:pt x="2336638" y="51603"/>
                  <a:pt x="2425773" y="17517"/>
                  <a:pt x="2316297" y="18288"/>
                </a:cubicBezTo>
                <a:cubicBezTo>
                  <a:pt x="2206821" y="19059"/>
                  <a:pt x="1757890" y="42158"/>
                  <a:pt x="1526031" y="18288"/>
                </a:cubicBezTo>
                <a:cubicBezTo>
                  <a:pt x="1294172" y="-5582"/>
                  <a:pt x="1213137" y="12281"/>
                  <a:pt x="1062771" y="18288"/>
                </a:cubicBezTo>
                <a:cubicBezTo>
                  <a:pt x="912405" y="24295"/>
                  <a:pt x="829444" y="7304"/>
                  <a:pt x="708514" y="18288"/>
                </a:cubicBezTo>
                <a:cubicBezTo>
                  <a:pt x="587584" y="29272"/>
                  <a:pt x="227877" y="37311"/>
                  <a:pt x="0" y="18288"/>
                </a:cubicBezTo>
                <a:cubicBezTo>
                  <a:pt x="-53" y="11301"/>
                  <a:pt x="-649" y="7756"/>
                  <a:pt x="0" y="0"/>
                </a:cubicBezTo>
                <a:close/>
              </a:path>
            </a:pathLst>
          </a:custGeom>
          <a:solidFill>
            <a:schemeClr val="accent1"/>
          </a:solidFill>
          <a:ln w="34925">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6714089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AE282-8875-4F49-AB21-E1C2BCAEA1F6}"/>
              </a:ext>
            </a:extLst>
          </p:cNvPr>
          <p:cNvSpPr>
            <a:spLocks noGrp="1"/>
          </p:cNvSpPr>
          <p:nvPr>
            <p:ph type="title"/>
          </p:nvPr>
        </p:nvSpPr>
        <p:spPr>
          <a:xfrm>
            <a:off x="839788" y="365125"/>
            <a:ext cx="10515600" cy="1325563"/>
          </a:xfrm>
        </p:spPr>
        <p:txBody>
          <a:bodyPr/>
          <a:lstStyle>
            <a:lvl1pPr algn="ctr">
              <a:defRPr/>
            </a:lvl1pPr>
          </a:lstStyle>
          <a:p>
            <a:r>
              <a:rPr lang="en-US"/>
              <a:t>Click to edit Master title style</a:t>
            </a:r>
          </a:p>
        </p:txBody>
      </p:sp>
      <p:sp>
        <p:nvSpPr>
          <p:cNvPr id="3" name="Text Placeholder 2">
            <a:extLst>
              <a:ext uri="{FF2B5EF4-FFF2-40B4-BE49-F238E27FC236}">
                <a16:creationId xmlns:a16="http://schemas.microsoft.com/office/drawing/2014/main" id="{81712EA2-EF8C-4F18-BECF-AD121F72816A}"/>
              </a:ext>
            </a:extLst>
          </p:cNvPr>
          <p:cNvSpPr>
            <a:spLocks noGrp="1"/>
          </p:cNvSpPr>
          <p:nvPr>
            <p:ph type="body" idx="1" hasCustomPrompt="1"/>
          </p:nvPr>
        </p:nvSpPr>
        <p:spPr>
          <a:xfrm>
            <a:off x="649224" y="2578608"/>
            <a:ext cx="3200400" cy="711244"/>
          </a:xfrm>
        </p:spPr>
        <p:txBody>
          <a:bodyPr anchor="b">
            <a:normAutofit/>
          </a:bodyPr>
          <a:lstStyle>
            <a:lvl1pPr marL="0" indent="0">
              <a:lnSpc>
                <a:spcPct val="100000"/>
              </a:lnSpc>
              <a:buNone/>
              <a:defRPr sz="41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4" name="Content Placeholder 3">
            <a:extLst>
              <a:ext uri="{FF2B5EF4-FFF2-40B4-BE49-F238E27FC236}">
                <a16:creationId xmlns:a16="http://schemas.microsoft.com/office/drawing/2014/main" id="{7D7B59D4-E93F-40C1-A1A2-F1867830C678}"/>
              </a:ext>
            </a:extLst>
          </p:cNvPr>
          <p:cNvSpPr>
            <a:spLocks noGrp="1"/>
          </p:cNvSpPr>
          <p:nvPr>
            <p:ph sz="half" idx="2"/>
          </p:nvPr>
        </p:nvSpPr>
        <p:spPr>
          <a:xfrm>
            <a:off x="649224" y="3339547"/>
            <a:ext cx="3200400" cy="2900635"/>
          </a:xfrm>
        </p:spPr>
        <p:txBody>
          <a:bodyPr>
            <a:normAutofit/>
          </a:bodyPr>
          <a:lstStyle>
            <a:lvl1pPr>
              <a:lnSpc>
                <a:spcPct val="90000"/>
              </a:lnSpc>
              <a:defRPr sz="2400"/>
            </a:lvl1pPr>
            <a:lvl2pPr>
              <a:lnSpc>
                <a:spcPct val="90000"/>
              </a:lnSpc>
              <a:defRPr sz="2000"/>
            </a:lvl2pPr>
            <a:lvl3pPr>
              <a:lnSpc>
                <a:spcPct val="90000"/>
              </a:lnSpc>
              <a:defRPr sz="1800"/>
            </a:lvl3pPr>
            <a:lvl4pPr>
              <a:lnSpc>
                <a:spcPct val="90000"/>
              </a:lnSpc>
              <a:defRPr sz="1600"/>
            </a:lvl4pPr>
            <a:lvl5pPr>
              <a:lnSpc>
                <a:spcPct val="9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6E810616-1C77-42AE-8449-D0B64E2B8475}"/>
              </a:ext>
            </a:extLst>
          </p:cNvPr>
          <p:cNvSpPr>
            <a:spLocks noGrp="1"/>
          </p:cNvSpPr>
          <p:nvPr>
            <p:ph type="body" sz="quarter" idx="3" hasCustomPrompt="1"/>
          </p:nvPr>
        </p:nvSpPr>
        <p:spPr>
          <a:xfrm>
            <a:off x="4498848" y="2578608"/>
            <a:ext cx="3200400" cy="713232"/>
          </a:xfrm>
        </p:spPr>
        <p:txBody>
          <a:bodyPr anchor="b">
            <a:normAutofit/>
          </a:bodyPr>
          <a:lstStyle>
            <a:lvl1pPr marL="0" indent="0">
              <a:lnSpc>
                <a:spcPct val="100000"/>
              </a:lnSpc>
              <a:buNone/>
              <a:defRPr sz="41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6" name="Content Placeholder 5">
            <a:extLst>
              <a:ext uri="{FF2B5EF4-FFF2-40B4-BE49-F238E27FC236}">
                <a16:creationId xmlns:a16="http://schemas.microsoft.com/office/drawing/2014/main" id="{BA74E172-AFE8-48E4-BBB0-CA6D4EC1127C}"/>
              </a:ext>
            </a:extLst>
          </p:cNvPr>
          <p:cNvSpPr>
            <a:spLocks noGrp="1"/>
          </p:cNvSpPr>
          <p:nvPr>
            <p:ph sz="quarter" idx="4"/>
          </p:nvPr>
        </p:nvSpPr>
        <p:spPr>
          <a:xfrm>
            <a:off x="4498848" y="3339548"/>
            <a:ext cx="3200400" cy="2850940"/>
          </a:xfrm>
        </p:spPr>
        <p:txBody>
          <a:bodyPr>
            <a:normAutofit/>
          </a:bodyPr>
          <a:lstStyle>
            <a:lvl1pPr>
              <a:lnSpc>
                <a:spcPct val="90000"/>
              </a:lnSpc>
              <a:defRPr sz="2400"/>
            </a:lvl1pPr>
            <a:lvl2pPr>
              <a:lnSpc>
                <a:spcPct val="90000"/>
              </a:lnSpc>
              <a:defRPr sz="2000"/>
            </a:lvl2pPr>
            <a:lvl3pPr>
              <a:lnSpc>
                <a:spcPct val="90000"/>
              </a:lnSpc>
              <a:defRPr sz="1800"/>
            </a:lvl3pPr>
            <a:lvl4pPr>
              <a:lnSpc>
                <a:spcPct val="90000"/>
              </a:lnSpc>
              <a:defRPr sz="1600"/>
            </a:lvl4pPr>
            <a:lvl5pPr>
              <a:lnSpc>
                <a:spcPct val="9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454070D5-9B7B-47FC-9F75-F6AD9607452E}"/>
              </a:ext>
            </a:extLst>
          </p:cNvPr>
          <p:cNvSpPr>
            <a:spLocks noGrp="1"/>
          </p:cNvSpPr>
          <p:nvPr>
            <p:ph type="ftr" sz="quarter" idx="11"/>
          </p:nvPr>
        </p:nvSpPr>
        <p:spPr/>
        <p:txBody>
          <a:bodyPr/>
          <a:lstStyle/>
          <a:p>
            <a:r>
              <a:rPr lang="en-US" dirty="0"/>
              <a:t>Presentation Title</a:t>
            </a:r>
          </a:p>
        </p:txBody>
      </p:sp>
      <p:sp>
        <p:nvSpPr>
          <p:cNvPr id="9" name="Slide Number Placeholder 8">
            <a:extLst>
              <a:ext uri="{FF2B5EF4-FFF2-40B4-BE49-F238E27FC236}">
                <a16:creationId xmlns:a16="http://schemas.microsoft.com/office/drawing/2014/main" id="{428EAC17-33BE-4265-8C06-644C2D34FD3C}"/>
              </a:ext>
            </a:extLst>
          </p:cNvPr>
          <p:cNvSpPr>
            <a:spLocks noGrp="1"/>
          </p:cNvSpPr>
          <p:nvPr>
            <p:ph type="sldNum" sz="quarter" idx="12"/>
          </p:nvPr>
        </p:nvSpPr>
        <p:spPr/>
        <p:txBody>
          <a:bodyPr/>
          <a:lstStyle/>
          <a:p>
            <a:fld id="{2C18C1E5-FB55-42F5-BD6D-9CC153FCDBE6}" type="slidenum">
              <a:rPr lang="en-US" smtClean="0"/>
              <a:t>‹#›</a:t>
            </a:fld>
            <a:endParaRPr lang="en-US" dirty="0"/>
          </a:p>
        </p:txBody>
      </p:sp>
      <p:sp>
        <p:nvSpPr>
          <p:cNvPr id="10" name="Rectangle 9" descr="Tag=AccentColor&#10;Flavor=Light&#10;Target=FillAndLine">
            <a:extLst>
              <a:ext uri="{FF2B5EF4-FFF2-40B4-BE49-F238E27FC236}">
                <a16:creationId xmlns:a16="http://schemas.microsoft.com/office/drawing/2014/main" id="{5A11B4AA-D861-4DDC-9A8A-7036C40D909C}"/>
              </a:ext>
            </a:extLst>
          </p:cNvPr>
          <p:cNvSpPr/>
          <p:nvPr userDrawn="1"/>
        </p:nvSpPr>
        <p:spPr>
          <a:xfrm flipV="1">
            <a:off x="648305" y="2067561"/>
            <a:ext cx="10900219" cy="18288"/>
          </a:xfrm>
          <a:custGeom>
            <a:avLst/>
            <a:gdLst>
              <a:gd name="connsiteX0" fmla="*/ 0 w 10900219"/>
              <a:gd name="connsiteY0" fmla="*/ 0 h 18288"/>
              <a:gd name="connsiteX1" fmla="*/ 463259 w 10900219"/>
              <a:gd name="connsiteY1" fmla="*/ 0 h 18288"/>
              <a:gd name="connsiteX2" fmla="*/ 1144523 w 10900219"/>
              <a:gd name="connsiteY2" fmla="*/ 0 h 18288"/>
              <a:gd name="connsiteX3" fmla="*/ 1934789 w 10900219"/>
              <a:gd name="connsiteY3" fmla="*/ 0 h 18288"/>
              <a:gd name="connsiteX4" fmla="*/ 2289046 w 10900219"/>
              <a:gd name="connsiteY4" fmla="*/ 0 h 18288"/>
              <a:gd name="connsiteX5" fmla="*/ 2643303 w 10900219"/>
              <a:gd name="connsiteY5" fmla="*/ 0 h 18288"/>
              <a:gd name="connsiteX6" fmla="*/ 3542571 w 10900219"/>
              <a:gd name="connsiteY6" fmla="*/ 0 h 18288"/>
              <a:gd name="connsiteX7" fmla="*/ 4223835 w 10900219"/>
              <a:gd name="connsiteY7" fmla="*/ 0 h 18288"/>
              <a:gd name="connsiteX8" fmla="*/ 4578092 w 10900219"/>
              <a:gd name="connsiteY8" fmla="*/ 0 h 18288"/>
              <a:gd name="connsiteX9" fmla="*/ 5259356 w 10900219"/>
              <a:gd name="connsiteY9" fmla="*/ 0 h 18288"/>
              <a:gd name="connsiteX10" fmla="*/ 6158624 w 10900219"/>
              <a:gd name="connsiteY10" fmla="*/ 0 h 18288"/>
              <a:gd name="connsiteX11" fmla="*/ 6730885 w 10900219"/>
              <a:gd name="connsiteY11" fmla="*/ 0 h 18288"/>
              <a:gd name="connsiteX12" fmla="*/ 7303147 w 10900219"/>
              <a:gd name="connsiteY12" fmla="*/ 0 h 18288"/>
              <a:gd name="connsiteX13" fmla="*/ 7984410 w 10900219"/>
              <a:gd name="connsiteY13" fmla="*/ 0 h 18288"/>
              <a:gd name="connsiteX14" fmla="*/ 8774676 w 10900219"/>
              <a:gd name="connsiteY14" fmla="*/ 0 h 18288"/>
              <a:gd name="connsiteX15" fmla="*/ 9564942 w 10900219"/>
              <a:gd name="connsiteY15" fmla="*/ 0 h 18288"/>
              <a:gd name="connsiteX16" fmla="*/ 10900219 w 10900219"/>
              <a:gd name="connsiteY16" fmla="*/ 0 h 18288"/>
              <a:gd name="connsiteX17" fmla="*/ 10900219 w 10900219"/>
              <a:gd name="connsiteY17" fmla="*/ 18288 h 18288"/>
              <a:gd name="connsiteX18" fmla="*/ 10436960 w 10900219"/>
              <a:gd name="connsiteY18" fmla="*/ 18288 h 18288"/>
              <a:gd name="connsiteX19" fmla="*/ 9537692 w 10900219"/>
              <a:gd name="connsiteY19" fmla="*/ 18288 h 18288"/>
              <a:gd name="connsiteX20" fmla="*/ 8856428 w 10900219"/>
              <a:gd name="connsiteY20" fmla="*/ 18288 h 18288"/>
              <a:gd name="connsiteX21" fmla="*/ 8502171 w 10900219"/>
              <a:gd name="connsiteY21" fmla="*/ 18288 h 18288"/>
              <a:gd name="connsiteX22" fmla="*/ 7820907 w 10900219"/>
              <a:gd name="connsiteY22" fmla="*/ 18288 h 18288"/>
              <a:gd name="connsiteX23" fmla="*/ 7248646 w 10900219"/>
              <a:gd name="connsiteY23" fmla="*/ 18288 h 18288"/>
              <a:gd name="connsiteX24" fmla="*/ 6676384 w 10900219"/>
              <a:gd name="connsiteY24" fmla="*/ 18288 h 18288"/>
              <a:gd name="connsiteX25" fmla="*/ 6104123 w 10900219"/>
              <a:gd name="connsiteY25" fmla="*/ 18288 h 18288"/>
              <a:gd name="connsiteX26" fmla="*/ 5531861 w 10900219"/>
              <a:gd name="connsiteY26" fmla="*/ 18288 h 18288"/>
              <a:gd name="connsiteX27" fmla="*/ 4741595 w 10900219"/>
              <a:gd name="connsiteY27" fmla="*/ 18288 h 18288"/>
              <a:gd name="connsiteX28" fmla="*/ 4060332 w 10900219"/>
              <a:gd name="connsiteY28" fmla="*/ 18288 h 18288"/>
              <a:gd name="connsiteX29" fmla="*/ 3706074 w 10900219"/>
              <a:gd name="connsiteY29" fmla="*/ 18288 h 18288"/>
              <a:gd name="connsiteX30" fmla="*/ 3133813 w 10900219"/>
              <a:gd name="connsiteY30" fmla="*/ 18288 h 18288"/>
              <a:gd name="connsiteX31" fmla="*/ 2343547 w 10900219"/>
              <a:gd name="connsiteY31" fmla="*/ 18288 h 18288"/>
              <a:gd name="connsiteX32" fmla="*/ 1880288 w 10900219"/>
              <a:gd name="connsiteY32" fmla="*/ 18288 h 18288"/>
              <a:gd name="connsiteX33" fmla="*/ 981020 w 10900219"/>
              <a:gd name="connsiteY33" fmla="*/ 18288 h 18288"/>
              <a:gd name="connsiteX34" fmla="*/ 0 w 10900219"/>
              <a:gd name="connsiteY34" fmla="*/ 18288 h 18288"/>
              <a:gd name="connsiteX35" fmla="*/ 0 w 10900219"/>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900219" h="18288" fill="none" extrusionOk="0">
                <a:moveTo>
                  <a:pt x="0" y="0"/>
                </a:moveTo>
                <a:cubicBezTo>
                  <a:pt x="118469" y="-6619"/>
                  <a:pt x="329397" y="-5525"/>
                  <a:pt x="463259" y="0"/>
                </a:cubicBezTo>
                <a:cubicBezTo>
                  <a:pt x="597121" y="5525"/>
                  <a:pt x="866598" y="4881"/>
                  <a:pt x="1144523" y="0"/>
                </a:cubicBezTo>
                <a:cubicBezTo>
                  <a:pt x="1422448" y="-4881"/>
                  <a:pt x="1761178" y="17159"/>
                  <a:pt x="1934789" y="0"/>
                </a:cubicBezTo>
                <a:cubicBezTo>
                  <a:pt x="2108400" y="-17159"/>
                  <a:pt x="2119134" y="-4032"/>
                  <a:pt x="2289046" y="0"/>
                </a:cubicBezTo>
                <a:cubicBezTo>
                  <a:pt x="2458958" y="4032"/>
                  <a:pt x="2472610" y="15385"/>
                  <a:pt x="2643303" y="0"/>
                </a:cubicBezTo>
                <a:cubicBezTo>
                  <a:pt x="2813996" y="-15385"/>
                  <a:pt x="3334189" y="-21234"/>
                  <a:pt x="3542571" y="0"/>
                </a:cubicBezTo>
                <a:cubicBezTo>
                  <a:pt x="3750953" y="21234"/>
                  <a:pt x="3991639" y="13212"/>
                  <a:pt x="4223835" y="0"/>
                </a:cubicBezTo>
                <a:cubicBezTo>
                  <a:pt x="4456031" y="-13212"/>
                  <a:pt x="4466914" y="13318"/>
                  <a:pt x="4578092" y="0"/>
                </a:cubicBezTo>
                <a:cubicBezTo>
                  <a:pt x="4689270" y="-13318"/>
                  <a:pt x="5120635" y="31363"/>
                  <a:pt x="5259356" y="0"/>
                </a:cubicBezTo>
                <a:cubicBezTo>
                  <a:pt x="5398077" y="-31363"/>
                  <a:pt x="5954119" y="-7091"/>
                  <a:pt x="6158624" y="0"/>
                </a:cubicBezTo>
                <a:cubicBezTo>
                  <a:pt x="6363129" y="7091"/>
                  <a:pt x="6535071" y="-8480"/>
                  <a:pt x="6730885" y="0"/>
                </a:cubicBezTo>
                <a:cubicBezTo>
                  <a:pt x="6926699" y="8480"/>
                  <a:pt x="7091018" y="19194"/>
                  <a:pt x="7303147" y="0"/>
                </a:cubicBezTo>
                <a:cubicBezTo>
                  <a:pt x="7515276" y="-19194"/>
                  <a:pt x="7840361" y="30755"/>
                  <a:pt x="7984410" y="0"/>
                </a:cubicBezTo>
                <a:cubicBezTo>
                  <a:pt x="8128459" y="-30755"/>
                  <a:pt x="8498590" y="39460"/>
                  <a:pt x="8774676" y="0"/>
                </a:cubicBezTo>
                <a:cubicBezTo>
                  <a:pt x="9050762" y="-39460"/>
                  <a:pt x="9204381" y="36508"/>
                  <a:pt x="9564942" y="0"/>
                </a:cubicBezTo>
                <a:cubicBezTo>
                  <a:pt x="9925503" y="-36508"/>
                  <a:pt x="10235542" y="59225"/>
                  <a:pt x="10900219" y="0"/>
                </a:cubicBezTo>
                <a:cubicBezTo>
                  <a:pt x="10900865" y="4451"/>
                  <a:pt x="10900709" y="9226"/>
                  <a:pt x="10900219" y="18288"/>
                </a:cubicBezTo>
                <a:cubicBezTo>
                  <a:pt x="10675942" y="21751"/>
                  <a:pt x="10609372" y="26977"/>
                  <a:pt x="10436960" y="18288"/>
                </a:cubicBezTo>
                <a:cubicBezTo>
                  <a:pt x="10264548" y="9599"/>
                  <a:pt x="9961150" y="-11074"/>
                  <a:pt x="9537692" y="18288"/>
                </a:cubicBezTo>
                <a:cubicBezTo>
                  <a:pt x="9114234" y="47650"/>
                  <a:pt x="9087386" y="35169"/>
                  <a:pt x="8856428" y="18288"/>
                </a:cubicBezTo>
                <a:cubicBezTo>
                  <a:pt x="8625470" y="1407"/>
                  <a:pt x="8634361" y="13786"/>
                  <a:pt x="8502171" y="18288"/>
                </a:cubicBezTo>
                <a:cubicBezTo>
                  <a:pt x="8369981" y="22790"/>
                  <a:pt x="8132296" y="22561"/>
                  <a:pt x="7820907" y="18288"/>
                </a:cubicBezTo>
                <a:cubicBezTo>
                  <a:pt x="7509518" y="14015"/>
                  <a:pt x="7432447" y="29431"/>
                  <a:pt x="7248646" y="18288"/>
                </a:cubicBezTo>
                <a:cubicBezTo>
                  <a:pt x="7064845" y="7145"/>
                  <a:pt x="6954380" y="2746"/>
                  <a:pt x="6676384" y="18288"/>
                </a:cubicBezTo>
                <a:cubicBezTo>
                  <a:pt x="6398388" y="33830"/>
                  <a:pt x="6292480" y="-4579"/>
                  <a:pt x="6104123" y="18288"/>
                </a:cubicBezTo>
                <a:cubicBezTo>
                  <a:pt x="5915766" y="41155"/>
                  <a:pt x="5703359" y="-8437"/>
                  <a:pt x="5531861" y="18288"/>
                </a:cubicBezTo>
                <a:cubicBezTo>
                  <a:pt x="5360363" y="45013"/>
                  <a:pt x="5056784" y="-12121"/>
                  <a:pt x="4741595" y="18288"/>
                </a:cubicBezTo>
                <a:cubicBezTo>
                  <a:pt x="4426406" y="48697"/>
                  <a:pt x="4364529" y="-10910"/>
                  <a:pt x="4060332" y="18288"/>
                </a:cubicBezTo>
                <a:cubicBezTo>
                  <a:pt x="3756135" y="47486"/>
                  <a:pt x="3816049" y="13364"/>
                  <a:pt x="3706074" y="18288"/>
                </a:cubicBezTo>
                <a:cubicBezTo>
                  <a:pt x="3596099" y="23212"/>
                  <a:pt x="3382238" y="37686"/>
                  <a:pt x="3133813" y="18288"/>
                </a:cubicBezTo>
                <a:cubicBezTo>
                  <a:pt x="2885388" y="-1110"/>
                  <a:pt x="2523125" y="15465"/>
                  <a:pt x="2343547" y="18288"/>
                </a:cubicBezTo>
                <a:cubicBezTo>
                  <a:pt x="2163969" y="21111"/>
                  <a:pt x="1985160" y="33196"/>
                  <a:pt x="1880288" y="18288"/>
                </a:cubicBezTo>
                <a:cubicBezTo>
                  <a:pt x="1775416" y="3380"/>
                  <a:pt x="1261751" y="-9914"/>
                  <a:pt x="981020" y="18288"/>
                </a:cubicBezTo>
                <a:cubicBezTo>
                  <a:pt x="700289" y="46490"/>
                  <a:pt x="314212" y="-15659"/>
                  <a:pt x="0" y="18288"/>
                </a:cubicBezTo>
                <a:cubicBezTo>
                  <a:pt x="-213" y="9468"/>
                  <a:pt x="187" y="4459"/>
                  <a:pt x="0" y="0"/>
                </a:cubicBezTo>
                <a:close/>
              </a:path>
              <a:path w="10900219" h="18288" stroke="0" extrusionOk="0">
                <a:moveTo>
                  <a:pt x="0" y="0"/>
                </a:moveTo>
                <a:cubicBezTo>
                  <a:pt x="269624" y="3698"/>
                  <a:pt x="383061" y="-5818"/>
                  <a:pt x="572261" y="0"/>
                </a:cubicBezTo>
                <a:cubicBezTo>
                  <a:pt x="761461" y="5818"/>
                  <a:pt x="826360" y="-1890"/>
                  <a:pt x="926519" y="0"/>
                </a:cubicBezTo>
                <a:cubicBezTo>
                  <a:pt x="1026678" y="1890"/>
                  <a:pt x="1621671" y="-1096"/>
                  <a:pt x="1825787" y="0"/>
                </a:cubicBezTo>
                <a:cubicBezTo>
                  <a:pt x="2029903" y="1096"/>
                  <a:pt x="2212612" y="17145"/>
                  <a:pt x="2398048" y="0"/>
                </a:cubicBezTo>
                <a:cubicBezTo>
                  <a:pt x="2583484" y="-17145"/>
                  <a:pt x="2739759" y="-14168"/>
                  <a:pt x="2970310" y="0"/>
                </a:cubicBezTo>
                <a:cubicBezTo>
                  <a:pt x="3200861" y="14168"/>
                  <a:pt x="3502691" y="33180"/>
                  <a:pt x="3869578" y="0"/>
                </a:cubicBezTo>
                <a:cubicBezTo>
                  <a:pt x="4236465" y="-33180"/>
                  <a:pt x="4122134" y="-10470"/>
                  <a:pt x="4332837" y="0"/>
                </a:cubicBezTo>
                <a:cubicBezTo>
                  <a:pt x="4543540" y="10470"/>
                  <a:pt x="4834652" y="3572"/>
                  <a:pt x="5232105" y="0"/>
                </a:cubicBezTo>
                <a:cubicBezTo>
                  <a:pt x="5629558" y="-3572"/>
                  <a:pt x="5773178" y="-6604"/>
                  <a:pt x="6131373" y="0"/>
                </a:cubicBezTo>
                <a:cubicBezTo>
                  <a:pt x="6489568" y="6604"/>
                  <a:pt x="6621532" y="18870"/>
                  <a:pt x="6812637" y="0"/>
                </a:cubicBezTo>
                <a:cubicBezTo>
                  <a:pt x="7003742" y="-18870"/>
                  <a:pt x="7311146" y="18959"/>
                  <a:pt x="7711905" y="0"/>
                </a:cubicBezTo>
                <a:cubicBezTo>
                  <a:pt x="8112664" y="-18959"/>
                  <a:pt x="8080793" y="-24744"/>
                  <a:pt x="8284166" y="0"/>
                </a:cubicBezTo>
                <a:cubicBezTo>
                  <a:pt x="8487539" y="24744"/>
                  <a:pt x="8615041" y="-1627"/>
                  <a:pt x="8856428" y="0"/>
                </a:cubicBezTo>
                <a:cubicBezTo>
                  <a:pt x="9097815" y="1627"/>
                  <a:pt x="9475052" y="26322"/>
                  <a:pt x="9646694" y="0"/>
                </a:cubicBezTo>
                <a:cubicBezTo>
                  <a:pt x="9818336" y="-26322"/>
                  <a:pt x="9938906" y="-121"/>
                  <a:pt x="10218955" y="0"/>
                </a:cubicBezTo>
                <a:cubicBezTo>
                  <a:pt x="10499004" y="121"/>
                  <a:pt x="10697467" y="15326"/>
                  <a:pt x="10900219" y="0"/>
                </a:cubicBezTo>
                <a:cubicBezTo>
                  <a:pt x="10899812" y="8690"/>
                  <a:pt x="10900065" y="14141"/>
                  <a:pt x="10900219" y="18288"/>
                </a:cubicBezTo>
                <a:cubicBezTo>
                  <a:pt x="10543007" y="31201"/>
                  <a:pt x="10472057" y="15684"/>
                  <a:pt x="10109953" y="18288"/>
                </a:cubicBezTo>
                <a:cubicBezTo>
                  <a:pt x="9747849" y="20892"/>
                  <a:pt x="9872856" y="33007"/>
                  <a:pt x="9755696" y="18288"/>
                </a:cubicBezTo>
                <a:cubicBezTo>
                  <a:pt x="9638536" y="3569"/>
                  <a:pt x="9442681" y="6596"/>
                  <a:pt x="9292437" y="18288"/>
                </a:cubicBezTo>
                <a:cubicBezTo>
                  <a:pt x="9142193" y="29980"/>
                  <a:pt x="8817861" y="-11343"/>
                  <a:pt x="8393169" y="18288"/>
                </a:cubicBezTo>
                <a:cubicBezTo>
                  <a:pt x="7968477" y="47919"/>
                  <a:pt x="7919655" y="23228"/>
                  <a:pt x="7711905" y="18288"/>
                </a:cubicBezTo>
                <a:cubicBezTo>
                  <a:pt x="7504155" y="13348"/>
                  <a:pt x="7365667" y="6452"/>
                  <a:pt x="7248646" y="18288"/>
                </a:cubicBezTo>
                <a:cubicBezTo>
                  <a:pt x="7131625" y="30124"/>
                  <a:pt x="6776155" y="2871"/>
                  <a:pt x="6567382" y="18288"/>
                </a:cubicBezTo>
                <a:cubicBezTo>
                  <a:pt x="6358609" y="33705"/>
                  <a:pt x="6372933" y="1091"/>
                  <a:pt x="6213125" y="18288"/>
                </a:cubicBezTo>
                <a:cubicBezTo>
                  <a:pt x="6053317" y="35485"/>
                  <a:pt x="5980913" y="1290"/>
                  <a:pt x="5858868" y="18288"/>
                </a:cubicBezTo>
                <a:cubicBezTo>
                  <a:pt x="5736823" y="35286"/>
                  <a:pt x="5481395" y="5492"/>
                  <a:pt x="5177604" y="18288"/>
                </a:cubicBezTo>
                <a:cubicBezTo>
                  <a:pt x="4873813" y="31084"/>
                  <a:pt x="4854222" y="37160"/>
                  <a:pt x="4714345" y="18288"/>
                </a:cubicBezTo>
                <a:cubicBezTo>
                  <a:pt x="4574468" y="-584"/>
                  <a:pt x="4298550" y="22981"/>
                  <a:pt x="3924079" y="18288"/>
                </a:cubicBezTo>
                <a:cubicBezTo>
                  <a:pt x="3549608" y="13595"/>
                  <a:pt x="3645461" y="-921"/>
                  <a:pt x="3460820" y="18288"/>
                </a:cubicBezTo>
                <a:cubicBezTo>
                  <a:pt x="3276179" y="37497"/>
                  <a:pt x="3004470" y="-15027"/>
                  <a:pt x="2670554" y="18288"/>
                </a:cubicBezTo>
                <a:cubicBezTo>
                  <a:pt x="2336638" y="51603"/>
                  <a:pt x="2425773" y="17517"/>
                  <a:pt x="2316297" y="18288"/>
                </a:cubicBezTo>
                <a:cubicBezTo>
                  <a:pt x="2206821" y="19059"/>
                  <a:pt x="1757890" y="42158"/>
                  <a:pt x="1526031" y="18288"/>
                </a:cubicBezTo>
                <a:cubicBezTo>
                  <a:pt x="1294172" y="-5582"/>
                  <a:pt x="1213137" y="12281"/>
                  <a:pt x="1062771" y="18288"/>
                </a:cubicBezTo>
                <a:cubicBezTo>
                  <a:pt x="912405" y="24295"/>
                  <a:pt x="829444" y="7304"/>
                  <a:pt x="708514" y="18288"/>
                </a:cubicBezTo>
                <a:cubicBezTo>
                  <a:pt x="587584" y="29272"/>
                  <a:pt x="227877" y="37311"/>
                  <a:pt x="0" y="18288"/>
                </a:cubicBezTo>
                <a:cubicBezTo>
                  <a:pt x="-53" y="11301"/>
                  <a:pt x="-649" y="7756"/>
                  <a:pt x="0" y="0"/>
                </a:cubicBezTo>
                <a:close/>
              </a:path>
            </a:pathLst>
          </a:custGeom>
          <a:solidFill>
            <a:schemeClr val="accent1"/>
          </a:solidFill>
          <a:ln w="34925">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 Placeholder 4">
            <a:extLst>
              <a:ext uri="{FF2B5EF4-FFF2-40B4-BE49-F238E27FC236}">
                <a16:creationId xmlns:a16="http://schemas.microsoft.com/office/drawing/2014/main" id="{42AA5FD4-D71A-436D-B50A-847980623CF0}"/>
              </a:ext>
            </a:extLst>
          </p:cNvPr>
          <p:cNvSpPr>
            <a:spLocks noGrp="1"/>
          </p:cNvSpPr>
          <p:nvPr>
            <p:ph type="body" sz="quarter" idx="13" hasCustomPrompt="1"/>
          </p:nvPr>
        </p:nvSpPr>
        <p:spPr>
          <a:xfrm>
            <a:off x="8339328" y="2578608"/>
            <a:ext cx="3200400" cy="713232"/>
          </a:xfrm>
        </p:spPr>
        <p:txBody>
          <a:bodyPr anchor="b">
            <a:normAutofit/>
          </a:bodyPr>
          <a:lstStyle>
            <a:lvl1pPr marL="0" indent="0">
              <a:lnSpc>
                <a:spcPct val="100000"/>
              </a:lnSpc>
              <a:buNone/>
              <a:defRPr sz="41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12" name="Content Placeholder 5">
            <a:extLst>
              <a:ext uri="{FF2B5EF4-FFF2-40B4-BE49-F238E27FC236}">
                <a16:creationId xmlns:a16="http://schemas.microsoft.com/office/drawing/2014/main" id="{498877DB-362B-4B53-84A8-D53090240FDB}"/>
              </a:ext>
            </a:extLst>
          </p:cNvPr>
          <p:cNvSpPr>
            <a:spLocks noGrp="1"/>
          </p:cNvSpPr>
          <p:nvPr>
            <p:ph sz="quarter" idx="14"/>
          </p:nvPr>
        </p:nvSpPr>
        <p:spPr>
          <a:xfrm>
            <a:off x="8339328" y="3339548"/>
            <a:ext cx="3200400" cy="2850940"/>
          </a:xfrm>
        </p:spPr>
        <p:txBody>
          <a:bodyPr>
            <a:normAutofit/>
          </a:bodyPr>
          <a:lstStyle>
            <a:lvl1pPr>
              <a:lnSpc>
                <a:spcPct val="90000"/>
              </a:lnSpc>
              <a:defRPr sz="2400"/>
            </a:lvl1pPr>
            <a:lvl2pPr>
              <a:lnSpc>
                <a:spcPct val="90000"/>
              </a:lnSpc>
              <a:defRPr sz="2000"/>
            </a:lvl2pPr>
            <a:lvl3pPr>
              <a:lnSpc>
                <a:spcPct val="90000"/>
              </a:lnSpc>
              <a:defRPr sz="1800"/>
            </a:lvl3pPr>
            <a:lvl4pPr>
              <a:lnSpc>
                <a:spcPct val="90000"/>
              </a:lnSpc>
              <a:defRPr sz="1600"/>
            </a:lvl4pPr>
            <a:lvl5pPr>
              <a:lnSpc>
                <a:spcPct val="9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207597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with 4 pictures">
    <p:spTree>
      <p:nvGrpSpPr>
        <p:cNvPr id="1" name=""/>
        <p:cNvGrpSpPr/>
        <p:nvPr/>
      </p:nvGrpSpPr>
      <p:grpSpPr>
        <a:xfrm>
          <a:off x="0" y="0"/>
          <a:ext cx="0" cy="0"/>
          <a:chOff x="0" y="0"/>
          <a:chExt cx="0" cy="0"/>
        </a:xfrm>
      </p:grpSpPr>
      <p:sp>
        <p:nvSpPr>
          <p:cNvPr id="26" name="Picture Placeholder 25">
            <a:extLst>
              <a:ext uri="{FF2B5EF4-FFF2-40B4-BE49-F238E27FC236}">
                <a16:creationId xmlns:a16="http://schemas.microsoft.com/office/drawing/2014/main" id="{95429EAB-EC88-4283-9CAC-5C4336D68761}"/>
              </a:ext>
            </a:extLst>
          </p:cNvPr>
          <p:cNvSpPr>
            <a:spLocks noGrp="1"/>
          </p:cNvSpPr>
          <p:nvPr>
            <p:ph type="pic" sz="quarter" idx="14"/>
          </p:nvPr>
        </p:nvSpPr>
        <p:spPr>
          <a:xfrm>
            <a:off x="8263901" y="-1"/>
            <a:ext cx="3928091" cy="4143506"/>
          </a:xfrm>
          <a:custGeom>
            <a:avLst/>
            <a:gdLst>
              <a:gd name="connsiteX0" fmla="*/ 23605 w 3928091"/>
              <a:gd name="connsiteY0" fmla="*/ 0 h 4143506"/>
              <a:gd name="connsiteX1" fmla="*/ 3928091 w 3928091"/>
              <a:gd name="connsiteY1" fmla="*/ 0 h 4143506"/>
              <a:gd name="connsiteX2" fmla="*/ 3928091 w 3928091"/>
              <a:gd name="connsiteY2" fmla="*/ 4125656 h 4143506"/>
              <a:gd name="connsiteX3" fmla="*/ 3780617 w 3928091"/>
              <a:gd name="connsiteY3" fmla="*/ 4131078 h 4143506"/>
              <a:gd name="connsiteX4" fmla="*/ 3281801 w 3928091"/>
              <a:gd name="connsiteY4" fmla="*/ 4125634 h 4143506"/>
              <a:gd name="connsiteX5" fmla="*/ 2622887 w 3928091"/>
              <a:gd name="connsiteY5" fmla="*/ 4130456 h 4143506"/>
              <a:gd name="connsiteX6" fmla="*/ 2169916 w 3928091"/>
              <a:gd name="connsiteY6" fmla="*/ 4111570 h 4143506"/>
              <a:gd name="connsiteX7" fmla="*/ 1705097 w 3928091"/>
              <a:gd name="connsiteY7" fmla="*/ 4140234 h 4143506"/>
              <a:gd name="connsiteX8" fmla="*/ 1364801 w 3928091"/>
              <a:gd name="connsiteY8" fmla="*/ 4124429 h 4143506"/>
              <a:gd name="connsiteX9" fmla="*/ 1123316 w 3928091"/>
              <a:gd name="connsiteY9" fmla="*/ 4121750 h 4143506"/>
              <a:gd name="connsiteX10" fmla="*/ 688243 w 3928091"/>
              <a:gd name="connsiteY10" fmla="*/ 4130323 h 4143506"/>
              <a:gd name="connsiteX11" fmla="*/ 298918 w 3928091"/>
              <a:gd name="connsiteY11" fmla="*/ 4118266 h 4143506"/>
              <a:gd name="connsiteX12" fmla="*/ 105785 w 3928091"/>
              <a:gd name="connsiteY12" fmla="*/ 4130037 h 4143506"/>
              <a:gd name="connsiteX13" fmla="*/ 15503 w 3928091"/>
              <a:gd name="connsiteY13" fmla="*/ 4130462 h 4143506"/>
              <a:gd name="connsiteX14" fmla="*/ 14458 w 3928091"/>
              <a:gd name="connsiteY14" fmla="*/ 4122289 h 4143506"/>
              <a:gd name="connsiteX15" fmla="*/ 346 w 3928091"/>
              <a:gd name="connsiteY15" fmla="*/ 3882149 h 4143506"/>
              <a:gd name="connsiteX16" fmla="*/ 27583 w 3928091"/>
              <a:gd name="connsiteY16" fmla="*/ 3294816 h 4143506"/>
              <a:gd name="connsiteX17" fmla="*/ 21797 w 3928091"/>
              <a:gd name="connsiteY17" fmla="*/ 3078932 h 4143506"/>
              <a:gd name="connsiteX18" fmla="*/ 30264 w 3928091"/>
              <a:gd name="connsiteY18" fmla="*/ 2835999 h 4143506"/>
              <a:gd name="connsiteX19" fmla="*/ 33510 w 3928091"/>
              <a:gd name="connsiteY19" fmla="*/ 2550270 h 4143506"/>
              <a:gd name="connsiteX20" fmla="*/ 9096 w 3928091"/>
              <a:gd name="connsiteY20" fmla="*/ 1764959 h 4143506"/>
              <a:gd name="connsiteX21" fmla="*/ 30406 w 3928091"/>
              <a:gd name="connsiteY21" fmla="*/ 1598729 h 4143506"/>
              <a:gd name="connsiteX22" fmla="*/ 20244 w 3928091"/>
              <a:gd name="connsiteY22" fmla="*/ 1114767 h 4143506"/>
              <a:gd name="connsiteX23" fmla="*/ 26736 w 3928091"/>
              <a:gd name="connsiteY23" fmla="*/ 579120 h 4143506"/>
              <a:gd name="connsiteX24" fmla="*/ 38237 w 3928091"/>
              <a:gd name="connsiteY24" fmla="*/ 288533 h 4143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928091" h="4143506">
                <a:moveTo>
                  <a:pt x="23605" y="0"/>
                </a:moveTo>
                <a:lnTo>
                  <a:pt x="3928091" y="0"/>
                </a:lnTo>
                <a:lnTo>
                  <a:pt x="3928091" y="4125656"/>
                </a:lnTo>
                <a:lnTo>
                  <a:pt x="3780617" y="4131078"/>
                </a:lnTo>
                <a:cubicBezTo>
                  <a:pt x="3614346" y="4131561"/>
                  <a:pt x="3448073" y="4118803"/>
                  <a:pt x="3281801" y="4125634"/>
                </a:cubicBezTo>
                <a:cubicBezTo>
                  <a:pt x="3062120" y="4134609"/>
                  <a:pt x="2842441" y="4144923"/>
                  <a:pt x="2622887" y="4130456"/>
                </a:cubicBezTo>
                <a:cubicBezTo>
                  <a:pt x="2472401" y="4120545"/>
                  <a:pt x="2321159" y="4107551"/>
                  <a:pt x="2169916" y="4111570"/>
                </a:cubicBezTo>
                <a:cubicBezTo>
                  <a:pt x="2014640" y="4115856"/>
                  <a:pt x="1859994" y="4129920"/>
                  <a:pt x="1705097" y="4140234"/>
                </a:cubicBezTo>
                <a:cubicBezTo>
                  <a:pt x="1591463" y="4147694"/>
                  <a:pt x="1477389" y="4142391"/>
                  <a:pt x="1364801" y="4124429"/>
                </a:cubicBezTo>
                <a:cubicBezTo>
                  <a:pt x="1284516" y="4111703"/>
                  <a:pt x="1203727" y="4117195"/>
                  <a:pt x="1123316" y="4121750"/>
                </a:cubicBezTo>
                <a:cubicBezTo>
                  <a:pt x="978124" y="4130323"/>
                  <a:pt x="833434" y="4143717"/>
                  <a:pt x="688243" y="4130323"/>
                </a:cubicBezTo>
                <a:cubicBezTo>
                  <a:pt x="558551" y="4118266"/>
                  <a:pt x="427601" y="4108489"/>
                  <a:pt x="298918" y="4118266"/>
                </a:cubicBezTo>
                <a:cubicBezTo>
                  <a:pt x="234577" y="4123155"/>
                  <a:pt x="170204" y="4128045"/>
                  <a:pt x="105785" y="4130037"/>
                </a:cubicBezTo>
                <a:lnTo>
                  <a:pt x="15503" y="4130462"/>
                </a:lnTo>
                <a:lnTo>
                  <a:pt x="14458" y="4122289"/>
                </a:lnTo>
                <a:cubicBezTo>
                  <a:pt x="3338" y="4042653"/>
                  <a:pt x="-1375" y="3962394"/>
                  <a:pt x="346" y="3882149"/>
                </a:cubicBezTo>
                <a:cubicBezTo>
                  <a:pt x="205" y="3686075"/>
                  <a:pt x="9942" y="3490383"/>
                  <a:pt x="27583" y="3294816"/>
                </a:cubicBezTo>
                <a:cubicBezTo>
                  <a:pt x="31859" y="3222826"/>
                  <a:pt x="29926" y="3150656"/>
                  <a:pt x="21797" y="3078932"/>
                </a:cubicBezTo>
                <a:cubicBezTo>
                  <a:pt x="13668" y="2997950"/>
                  <a:pt x="16505" y="2916372"/>
                  <a:pt x="30264" y="2835999"/>
                </a:cubicBezTo>
                <a:cubicBezTo>
                  <a:pt x="47622" y="2740756"/>
                  <a:pt x="39860" y="2645513"/>
                  <a:pt x="33510" y="2550270"/>
                </a:cubicBezTo>
                <a:cubicBezTo>
                  <a:pt x="16152" y="2288796"/>
                  <a:pt x="-5017" y="2027322"/>
                  <a:pt x="9096" y="1764959"/>
                </a:cubicBezTo>
                <a:cubicBezTo>
                  <a:pt x="12060" y="1708956"/>
                  <a:pt x="25042" y="1654350"/>
                  <a:pt x="30406" y="1598729"/>
                </a:cubicBezTo>
                <a:cubicBezTo>
                  <a:pt x="46071" y="1437069"/>
                  <a:pt x="27723" y="1276045"/>
                  <a:pt x="20244" y="1114767"/>
                </a:cubicBezTo>
                <a:cubicBezTo>
                  <a:pt x="9491" y="936281"/>
                  <a:pt x="11664" y="757351"/>
                  <a:pt x="26736" y="579120"/>
                </a:cubicBezTo>
                <a:cubicBezTo>
                  <a:pt x="36191" y="482353"/>
                  <a:pt x="39402" y="385459"/>
                  <a:pt x="38237" y="288533"/>
                </a:cubicBezTo>
                <a:close/>
              </a:path>
            </a:pathLst>
          </a:custGeom>
        </p:spPr>
        <p:txBody>
          <a:bodyPr wrap="square" anchor="ctr">
            <a:noAutofit/>
          </a:bodyPr>
          <a:lstStyle>
            <a:lvl1pPr algn="ctr">
              <a:buNone/>
              <a:defRPr sz="2400"/>
            </a:lvl1pPr>
          </a:lstStyle>
          <a:p>
            <a:r>
              <a:rPr lang="en-US"/>
              <a:t>Click icon to add picture</a:t>
            </a:r>
            <a:endParaRPr lang="en-US" dirty="0"/>
          </a:p>
        </p:txBody>
      </p:sp>
      <p:sp>
        <p:nvSpPr>
          <p:cNvPr id="25" name="Picture Placeholder 24">
            <a:extLst>
              <a:ext uri="{FF2B5EF4-FFF2-40B4-BE49-F238E27FC236}">
                <a16:creationId xmlns:a16="http://schemas.microsoft.com/office/drawing/2014/main" id="{95853130-EDA3-41D2-A3D5-E39613A79C81}"/>
              </a:ext>
            </a:extLst>
          </p:cNvPr>
          <p:cNvSpPr>
            <a:spLocks noGrp="1"/>
          </p:cNvSpPr>
          <p:nvPr>
            <p:ph type="pic" sz="quarter" idx="15"/>
          </p:nvPr>
        </p:nvSpPr>
        <p:spPr>
          <a:xfrm>
            <a:off x="8281029" y="4328340"/>
            <a:ext cx="3910962" cy="2529660"/>
          </a:xfrm>
          <a:custGeom>
            <a:avLst/>
            <a:gdLst>
              <a:gd name="connsiteX0" fmla="*/ 842684 w 3910962"/>
              <a:gd name="connsiteY0" fmla="*/ 662 h 2529660"/>
              <a:gd name="connsiteX1" fmla="*/ 1140350 w 3910962"/>
              <a:gd name="connsiteY1" fmla="*/ 3173 h 2529660"/>
              <a:gd name="connsiteX2" fmla="*/ 1350451 w 3910962"/>
              <a:gd name="connsiteY2" fmla="*/ 29025 h 2529660"/>
              <a:gd name="connsiteX3" fmla="*/ 1903495 w 3910962"/>
              <a:gd name="connsiteY3" fmla="*/ 18310 h 2529660"/>
              <a:gd name="connsiteX4" fmla="*/ 2649374 w 3910962"/>
              <a:gd name="connsiteY4" fmla="*/ 22730 h 2529660"/>
              <a:gd name="connsiteX5" fmla="*/ 3310304 w 3910962"/>
              <a:gd name="connsiteY5" fmla="*/ 10808 h 2529660"/>
              <a:gd name="connsiteX6" fmla="*/ 3684881 w 3910962"/>
              <a:gd name="connsiteY6" fmla="*/ 10808 h 2529660"/>
              <a:gd name="connsiteX7" fmla="*/ 3887420 w 3910962"/>
              <a:gd name="connsiteY7" fmla="*/ 15630 h 2529660"/>
              <a:gd name="connsiteX8" fmla="*/ 3910962 w 3910962"/>
              <a:gd name="connsiteY8" fmla="*/ 11105 h 2529660"/>
              <a:gd name="connsiteX9" fmla="*/ 3910962 w 3910962"/>
              <a:gd name="connsiteY9" fmla="*/ 2529660 h 2529660"/>
              <a:gd name="connsiteX10" fmla="*/ 6242 w 3910962"/>
              <a:gd name="connsiteY10" fmla="*/ 2529660 h 2529660"/>
              <a:gd name="connsiteX11" fmla="*/ 25280 w 3910962"/>
              <a:gd name="connsiteY11" fmla="*/ 2158134 h 2529660"/>
              <a:gd name="connsiteX12" fmla="*/ 11167 w 3910962"/>
              <a:gd name="connsiteY12" fmla="*/ 1427303 h 2529660"/>
              <a:gd name="connsiteX13" fmla="*/ 3970 w 3910962"/>
              <a:gd name="connsiteY13" fmla="*/ 934453 h 2529660"/>
              <a:gd name="connsiteX14" fmla="*/ 5805 w 3910962"/>
              <a:gd name="connsiteY14" fmla="*/ 380010 h 2529660"/>
              <a:gd name="connsiteX15" fmla="*/ 18506 w 3910962"/>
              <a:gd name="connsiteY15" fmla="*/ 139744 h 2529660"/>
              <a:gd name="connsiteX16" fmla="*/ 19072 w 3910962"/>
              <a:gd name="connsiteY16" fmla="*/ 23791 h 2529660"/>
              <a:gd name="connsiteX17" fmla="*/ 67093 w 3910962"/>
              <a:gd name="connsiteY17" fmla="*/ 27133 h 2529660"/>
              <a:gd name="connsiteX18" fmla="*/ 545085 w 3910962"/>
              <a:gd name="connsiteY18" fmla="*/ 11612 h 2529660"/>
              <a:gd name="connsiteX19" fmla="*/ 842684 w 3910962"/>
              <a:gd name="connsiteY19" fmla="*/ 662 h 2529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910962" h="2529660">
                <a:moveTo>
                  <a:pt x="842684" y="662"/>
                </a:moveTo>
                <a:cubicBezTo>
                  <a:pt x="941895" y="-744"/>
                  <a:pt x="1041116" y="93"/>
                  <a:pt x="1140350" y="3173"/>
                </a:cubicBezTo>
                <a:cubicBezTo>
                  <a:pt x="1210804" y="5316"/>
                  <a:pt x="1279746" y="24605"/>
                  <a:pt x="1350451" y="29025"/>
                </a:cubicBezTo>
                <a:cubicBezTo>
                  <a:pt x="1535093" y="40276"/>
                  <a:pt x="1719483" y="30901"/>
                  <a:pt x="1903495" y="18310"/>
                </a:cubicBezTo>
                <a:cubicBezTo>
                  <a:pt x="2151898" y="628"/>
                  <a:pt x="2401172" y="2101"/>
                  <a:pt x="2649374" y="22730"/>
                </a:cubicBezTo>
                <a:cubicBezTo>
                  <a:pt x="2869445" y="43947"/>
                  <a:pt x="3091027" y="39942"/>
                  <a:pt x="3310304" y="10808"/>
                </a:cubicBezTo>
                <a:cubicBezTo>
                  <a:pt x="3434575" y="-7007"/>
                  <a:pt x="3559980" y="9067"/>
                  <a:pt x="3684881" y="10808"/>
                </a:cubicBezTo>
                <a:cubicBezTo>
                  <a:pt x="3752435" y="11746"/>
                  <a:pt x="3819992" y="12684"/>
                  <a:pt x="3887420" y="15630"/>
                </a:cubicBezTo>
                <a:lnTo>
                  <a:pt x="3910962" y="11105"/>
                </a:lnTo>
                <a:lnTo>
                  <a:pt x="3910962" y="2529660"/>
                </a:lnTo>
                <a:lnTo>
                  <a:pt x="6242" y="2529660"/>
                </a:lnTo>
                <a:lnTo>
                  <a:pt x="25280" y="2158134"/>
                </a:lnTo>
                <a:cubicBezTo>
                  <a:pt x="28243" y="1914439"/>
                  <a:pt x="36288" y="1670236"/>
                  <a:pt x="11167" y="1427303"/>
                </a:cubicBezTo>
                <a:cubicBezTo>
                  <a:pt x="-5908" y="1262723"/>
                  <a:pt x="865" y="1098905"/>
                  <a:pt x="3970" y="934453"/>
                </a:cubicBezTo>
                <a:cubicBezTo>
                  <a:pt x="7498" y="749680"/>
                  <a:pt x="5805" y="564783"/>
                  <a:pt x="5805" y="380010"/>
                </a:cubicBezTo>
                <a:cubicBezTo>
                  <a:pt x="5522" y="299625"/>
                  <a:pt x="10321" y="219748"/>
                  <a:pt x="18506" y="139744"/>
                </a:cubicBezTo>
                <a:lnTo>
                  <a:pt x="19072" y="23791"/>
                </a:lnTo>
                <a:lnTo>
                  <a:pt x="67093" y="27133"/>
                </a:lnTo>
                <a:cubicBezTo>
                  <a:pt x="226530" y="32207"/>
                  <a:pt x="385807" y="21156"/>
                  <a:pt x="545085" y="11612"/>
                </a:cubicBezTo>
                <a:cubicBezTo>
                  <a:pt x="644275" y="5719"/>
                  <a:pt x="743474" y="2069"/>
                  <a:pt x="842684" y="662"/>
                </a:cubicBezTo>
                <a:close/>
              </a:path>
            </a:pathLst>
          </a:custGeom>
        </p:spPr>
        <p:txBody>
          <a:bodyPr wrap="square" anchor="ctr">
            <a:noAutofit/>
          </a:bodyPr>
          <a:lstStyle>
            <a:lvl1pPr algn="ctr">
              <a:buNone/>
              <a:defRPr sz="2400"/>
            </a:lvl1pPr>
          </a:lstStyle>
          <a:p>
            <a:r>
              <a:rPr lang="en-US"/>
              <a:t>Click icon to add picture</a:t>
            </a:r>
            <a:endParaRPr lang="en-US" dirty="0"/>
          </a:p>
        </p:txBody>
      </p:sp>
      <p:sp>
        <p:nvSpPr>
          <p:cNvPr id="24" name="Picture Placeholder 23">
            <a:extLst>
              <a:ext uri="{FF2B5EF4-FFF2-40B4-BE49-F238E27FC236}">
                <a16:creationId xmlns:a16="http://schemas.microsoft.com/office/drawing/2014/main" id="{3A9F270A-23C2-4A09-BC7C-5CB160B890C0}"/>
              </a:ext>
            </a:extLst>
          </p:cNvPr>
          <p:cNvSpPr>
            <a:spLocks noGrp="1"/>
          </p:cNvSpPr>
          <p:nvPr>
            <p:ph type="pic" sz="quarter" idx="16"/>
          </p:nvPr>
        </p:nvSpPr>
        <p:spPr>
          <a:xfrm>
            <a:off x="5021992" y="3792430"/>
            <a:ext cx="3041329" cy="3065569"/>
          </a:xfrm>
          <a:custGeom>
            <a:avLst/>
            <a:gdLst>
              <a:gd name="connsiteX0" fmla="*/ 2750933 w 3041329"/>
              <a:gd name="connsiteY0" fmla="*/ 0 h 3065569"/>
              <a:gd name="connsiteX1" fmla="*/ 3041329 w 3041329"/>
              <a:gd name="connsiteY1" fmla="*/ 10946 h 3065569"/>
              <a:gd name="connsiteX2" fmla="*/ 3041329 w 3041329"/>
              <a:gd name="connsiteY2" fmla="*/ 175882 h 3065569"/>
              <a:gd name="connsiteX3" fmla="*/ 3034394 w 3041329"/>
              <a:gd name="connsiteY3" fmla="*/ 266109 h 3065569"/>
              <a:gd name="connsiteX4" fmla="*/ 3037217 w 3041329"/>
              <a:gd name="connsiteY4" fmla="*/ 802010 h 3065569"/>
              <a:gd name="connsiteX5" fmla="*/ 3025363 w 3041329"/>
              <a:gd name="connsiteY5" fmla="*/ 1170283 h 3065569"/>
              <a:gd name="connsiteX6" fmla="*/ 3020000 w 3041329"/>
              <a:gd name="connsiteY6" fmla="*/ 1316450 h 3065569"/>
              <a:gd name="connsiteX7" fmla="*/ 3014637 w 3041329"/>
              <a:gd name="connsiteY7" fmla="*/ 1344641 h 3065569"/>
              <a:gd name="connsiteX8" fmla="*/ 3014637 w 3041329"/>
              <a:gd name="connsiteY8" fmla="*/ 1357340 h 3065569"/>
              <a:gd name="connsiteX9" fmla="*/ 3021693 w 3041329"/>
              <a:gd name="connsiteY9" fmla="*/ 1384898 h 3065569"/>
              <a:gd name="connsiteX10" fmla="*/ 3029173 w 3041329"/>
              <a:gd name="connsiteY10" fmla="*/ 1911401 h 3065569"/>
              <a:gd name="connsiteX11" fmla="*/ 3039899 w 3041329"/>
              <a:gd name="connsiteY11" fmla="*/ 2395617 h 3065569"/>
              <a:gd name="connsiteX12" fmla="*/ 3041329 w 3041329"/>
              <a:gd name="connsiteY12" fmla="*/ 2446475 h 3065569"/>
              <a:gd name="connsiteX13" fmla="*/ 3041329 w 3041329"/>
              <a:gd name="connsiteY13" fmla="*/ 2649259 h 3065569"/>
              <a:gd name="connsiteX14" fmla="*/ 3040516 w 3041329"/>
              <a:gd name="connsiteY14" fmla="*/ 2683378 h 3065569"/>
              <a:gd name="connsiteX15" fmla="*/ 3029596 w 3041329"/>
              <a:gd name="connsiteY15" fmla="*/ 2971138 h 3065569"/>
              <a:gd name="connsiteX16" fmla="*/ 3031678 w 3041329"/>
              <a:gd name="connsiteY16" fmla="*/ 3022824 h 3065569"/>
              <a:gd name="connsiteX17" fmla="*/ 3034625 w 3041329"/>
              <a:gd name="connsiteY17" fmla="*/ 3065569 h 3065569"/>
              <a:gd name="connsiteX18" fmla="*/ 24938 w 3041329"/>
              <a:gd name="connsiteY18" fmla="*/ 3065569 h 3065569"/>
              <a:gd name="connsiteX19" fmla="*/ 25911 w 3041329"/>
              <a:gd name="connsiteY19" fmla="*/ 3001918 h 3065569"/>
              <a:gd name="connsiteX20" fmla="*/ 38276 w 3041329"/>
              <a:gd name="connsiteY20" fmla="*/ 2918677 h 3065569"/>
              <a:gd name="connsiteX21" fmla="*/ 28835 w 3041329"/>
              <a:gd name="connsiteY21" fmla="*/ 2491295 h 3065569"/>
              <a:gd name="connsiteX22" fmla="*/ 21053 w 3041329"/>
              <a:gd name="connsiteY22" fmla="*/ 2094786 h 3065569"/>
              <a:gd name="connsiteX23" fmla="*/ 16716 w 3041329"/>
              <a:gd name="connsiteY23" fmla="*/ 1719456 h 3065569"/>
              <a:gd name="connsiteX24" fmla="*/ 3192 w 3041329"/>
              <a:gd name="connsiteY24" fmla="*/ 1622752 h 3065569"/>
              <a:gd name="connsiteX25" fmla="*/ 24242 w 3041329"/>
              <a:gd name="connsiteY25" fmla="*/ 1269110 h 3065569"/>
              <a:gd name="connsiteX26" fmla="*/ 24242 w 3041329"/>
              <a:gd name="connsiteY26" fmla="*/ 1044447 h 3065569"/>
              <a:gd name="connsiteX27" fmla="*/ 13654 w 3041329"/>
              <a:gd name="connsiteY27" fmla="*/ 884594 h 3065569"/>
              <a:gd name="connsiteX28" fmla="*/ 23477 w 3041329"/>
              <a:gd name="connsiteY28" fmla="*/ 597929 h 3065569"/>
              <a:gd name="connsiteX29" fmla="*/ 26284 w 3041329"/>
              <a:gd name="connsiteY29" fmla="*/ 408605 h 3065569"/>
              <a:gd name="connsiteX30" fmla="*/ 33300 w 3041329"/>
              <a:gd name="connsiteY30" fmla="*/ 153452 h 3065569"/>
              <a:gd name="connsiteX31" fmla="*/ 16058 w 3041329"/>
              <a:gd name="connsiteY31" fmla="*/ 52511 h 3065569"/>
              <a:gd name="connsiteX32" fmla="*/ 13611 w 3041329"/>
              <a:gd name="connsiteY32" fmla="*/ 10473 h 3065569"/>
              <a:gd name="connsiteX33" fmla="*/ 222689 w 3041329"/>
              <a:gd name="connsiteY33" fmla="*/ 5194 h 3065569"/>
              <a:gd name="connsiteX34" fmla="*/ 988364 w 3041329"/>
              <a:gd name="connsiteY34" fmla="*/ 17002 h 3065569"/>
              <a:gd name="connsiteX35" fmla="*/ 1316477 w 3041329"/>
              <a:gd name="connsiteY35" fmla="*/ 7977 h 3065569"/>
              <a:gd name="connsiteX36" fmla="*/ 1738973 w 3041329"/>
              <a:gd name="connsiteY36" fmla="*/ 11247 h 3065569"/>
              <a:gd name="connsiteX37" fmla="*/ 2438148 w 3041329"/>
              <a:gd name="connsiteY37" fmla="*/ 11247 h 3065569"/>
              <a:gd name="connsiteX38" fmla="*/ 2750933 w 3041329"/>
              <a:gd name="connsiteY38" fmla="*/ 0 h 3065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041329" h="3065569">
                <a:moveTo>
                  <a:pt x="2750933" y="0"/>
                </a:moveTo>
                <a:lnTo>
                  <a:pt x="3041329" y="10946"/>
                </a:lnTo>
                <a:lnTo>
                  <a:pt x="3041329" y="175882"/>
                </a:lnTo>
                <a:lnTo>
                  <a:pt x="3034394" y="266109"/>
                </a:lnTo>
                <a:cubicBezTo>
                  <a:pt x="3019012" y="444912"/>
                  <a:pt x="3025927" y="623588"/>
                  <a:pt x="3037217" y="802010"/>
                </a:cubicBezTo>
                <a:cubicBezTo>
                  <a:pt x="3044443" y="924849"/>
                  <a:pt x="3040477" y="1048016"/>
                  <a:pt x="3025363" y="1170283"/>
                </a:cubicBezTo>
                <a:cubicBezTo>
                  <a:pt x="3020000" y="1218920"/>
                  <a:pt x="3020987" y="1267685"/>
                  <a:pt x="3020000" y="1316450"/>
                </a:cubicBezTo>
                <a:cubicBezTo>
                  <a:pt x="3019717" y="1325847"/>
                  <a:pt x="3026069" y="1336767"/>
                  <a:pt x="3014637" y="1344641"/>
                </a:cubicBezTo>
                <a:lnTo>
                  <a:pt x="3014637" y="1357340"/>
                </a:lnTo>
                <a:cubicBezTo>
                  <a:pt x="3027198" y="1364325"/>
                  <a:pt x="3020706" y="1375754"/>
                  <a:pt x="3021693" y="1384898"/>
                </a:cubicBezTo>
                <a:cubicBezTo>
                  <a:pt x="3038360" y="1560005"/>
                  <a:pt x="3040872" y="1735963"/>
                  <a:pt x="3029173" y="1911401"/>
                </a:cubicBezTo>
                <a:cubicBezTo>
                  <a:pt x="3020564" y="2072933"/>
                  <a:pt x="3029455" y="2234211"/>
                  <a:pt x="3039899" y="2395617"/>
                </a:cubicBezTo>
                <a:lnTo>
                  <a:pt x="3041329" y="2446475"/>
                </a:lnTo>
                <a:lnTo>
                  <a:pt x="3041329" y="2649259"/>
                </a:lnTo>
                <a:lnTo>
                  <a:pt x="3040516" y="2683378"/>
                </a:lnTo>
                <a:cubicBezTo>
                  <a:pt x="3036759" y="2779288"/>
                  <a:pt x="3031078" y="2875197"/>
                  <a:pt x="3029596" y="2971138"/>
                </a:cubicBezTo>
                <a:cubicBezTo>
                  <a:pt x="3029314" y="2988346"/>
                  <a:pt x="3030372" y="3005585"/>
                  <a:pt x="3031678" y="3022824"/>
                </a:cubicBezTo>
                <a:lnTo>
                  <a:pt x="3034625" y="3065569"/>
                </a:lnTo>
                <a:lnTo>
                  <a:pt x="24938" y="3065569"/>
                </a:lnTo>
                <a:lnTo>
                  <a:pt x="25911" y="3001918"/>
                </a:lnTo>
                <a:cubicBezTo>
                  <a:pt x="28191" y="2973959"/>
                  <a:pt x="32318" y="2946151"/>
                  <a:pt x="38276" y="2918677"/>
                </a:cubicBezTo>
                <a:cubicBezTo>
                  <a:pt x="68779" y="2777462"/>
                  <a:pt x="65552" y="2631030"/>
                  <a:pt x="28835" y="2491295"/>
                </a:cubicBezTo>
                <a:cubicBezTo>
                  <a:pt x="-4463" y="2359636"/>
                  <a:pt x="-11352" y="2227594"/>
                  <a:pt x="21053" y="2094786"/>
                </a:cubicBezTo>
                <a:cubicBezTo>
                  <a:pt x="51646" y="1971356"/>
                  <a:pt x="50153" y="1842146"/>
                  <a:pt x="16716" y="1719456"/>
                </a:cubicBezTo>
                <a:cubicBezTo>
                  <a:pt x="9316" y="1687689"/>
                  <a:pt x="4787" y="1655323"/>
                  <a:pt x="3192" y="1622752"/>
                </a:cubicBezTo>
                <a:cubicBezTo>
                  <a:pt x="-6887" y="1503851"/>
                  <a:pt x="10081" y="1386608"/>
                  <a:pt x="24242" y="1269110"/>
                </a:cubicBezTo>
                <a:cubicBezTo>
                  <a:pt x="33683" y="1194222"/>
                  <a:pt x="48099" y="1118569"/>
                  <a:pt x="24242" y="1044447"/>
                </a:cubicBezTo>
                <a:cubicBezTo>
                  <a:pt x="7899" y="992791"/>
                  <a:pt x="4264" y="937959"/>
                  <a:pt x="13654" y="884594"/>
                </a:cubicBezTo>
                <a:cubicBezTo>
                  <a:pt x="29486" y="789881"/>
                  <a:pt x="32790" y="693497"/>
                  <a:pt x="23477" y="597929"/>
                </a:cubicBezTo>
                <a:cubicBezTo>
                  <a:pt x="17328" y="534919"/>
                  <a:pt x="18272" y="471411"/>
                  <a:pt x="26284" y="408605"/>
                </a:cubicBezTo>
                <a:cubicBezTo>
                  <a:pt x="36872" y="324149"/>
                  <a:pt x="53330" y="238162"/>
                  <a:pt x="33300" y="153452"/>
                </a:cubicBezTo>
                <a:cubicBezTo>
                  <a:pt x="25327" y="119804"/>
                  <a:pt x="19745" y="86163"/>
                  <a:pt x="16058" y="52511"/>
                </a:cubicBezTo>
                <a:lnTo>
                  <a:pt x="13611" y="10473"/>
                </a:lnTo>
                <a:lnTo>
                  <a:pt x="222689" y="5194"/>
                </a:lnTo>
                <a:cubicBezTo>
                  <a:pt x="477949" y="4054"/>
                  <a:pt x="733156" y="16119"/>
                  <a:pt x="988364" y="17002"/>
                </a:cubicBezTo>
                <a:cubicBezTo>
                  <a:pt x="1097946" y="17394"/>
                  <a:pt x="1207148" y="12424"/>
                  <a:pt x="1316477" y="7977"/>
                </a:cubicBezTo>
                <a:cubicBezTo>
                  <a:pt x="1457478" y="2353"/>
                  <a:pt x="1598225" y="13470"/>
                  <a:pt x="1738973" y="11247"/>
                </a:cubicBezTo>
                <a:cubicBezTo>
                  <a:pt x="1972073" y="7585"/>
                  <a:pt x="2205047" y="18310"/>
                  <a:pt x="2438148" y="11247"/>
                </a:cubicBezTo>
                <a:cubicBezTo>
                  <a:pt x="2542410" y="7977"/>
                  <a:pt x="2646671" y="3007"/>
                  <a:pt x="2750933" y="0"/>
                </a:cubicBezTo>
                <a:close/>
              </a:path>
            </a:pathLst>
          </a:custGeom>
        </p:spPr>
        <p:txBody>
          <a:bodyPr wrap="square" anchor="ctr">
            <a:noAutofit/>
          </a:bodyPr>
          <a:lstStyle>
            <a:lvl1pPr algn="ctr">
              <a:buNone/>
              <a:defRPr sz="2400"/>
            </a:lvl1pPr>
          </a:lstStyle>
          <a:p>
            <a:r>
              <a:rPr lang="en-US"/>
              <a:t>Click icon to add picture</a:t>
            </a:r>
            <a:endParaRPr lang="en-US" dirty="0"/>
          </a:p>
        </p:txBody>
      </p:sp>
      <p:sp>
        <p:nvSpPr>
          <p:cNvPr id="23" name="Picture Placeholder 22">
            <a:extLst>
              <a:ext uri="{FF2B5EF4-FFF2-40B4-BE49-F238E27FC236}">
                <a16:creationId xmlns:a16="http://schemas.microsoft.com/office/drawing/2014/main" id="{AE3DF8F2-18BB-45CB-8A9F-A6F8DED4CE61}"/>
              </a:ext>
            </a:extLst>
          </p:cNvPr>
          <p:cNvSpPr>
            <a:spLocks noGrp="1"/>
          </p:cNvSpPr>
          <p:nvPr>
            <p:ph type="pic" sz="quarter" idx="13"/>
          </p:nvPr>
        </p:nvSpPr>
        <p:spPr>
          <a:xfrm>
            <a:off x="5027598" y="0"/>
            <a:ext cx="3035794" cy="3597039"/>
          </a:xfrm>
          <a:custGeom>
            <a:avLst/>
            <a:gdLst>
              <a:gd name="connsiteX0" fmla="*/ 19840 w 3035794"/>
              <a:gd name="connsiteY0" fmla="*/ 0 h 3597039"/>
              <a:gd name="connsiteX1" fmla="*/ 3028263 w 3035794"/>
              <a:gd name="connsiteY1" fmla="*/ 0 h 3597039"/>
              <a:gd name="connsiteX2" fmla="*/ 3024697 w 3035794"/>
              <a:gd name="connsiteY2" fmla="*/ 140686 h 3597039"/>
              <a:gd name="connsiteX3" fmla="*/ 3035552 w 3035794"/>
              <a:gd name="connsiteY3" fmla="*/ 655695 h 3597039"/>
              <a:gd name="connsiteX4" fmla="*/ 3017206 w 3035794"/>
              <a:gd name="connsiteY4" fmla="*/ 941424 h 3597039"/>
              <a:gd name="connsiteX5" fmla="*/ 3027314 w 3035794"/>
              <a:gd name="connsiteY5" fmla="*/ 1375590 h 3597039"/>
              <a:gd name="connsiteX6" fmla="*/ 3035723 w 3035794"/>
              <a:gd name="connsiteY6" fmla="*/ 1661758 h 3597039"/>
              <a:gd name="connsiteX7" fmla="*/ 3035723 w 3035794"/>
              <a:gd name="connsiteY7" fmla="*/ 2108768 h 3597039"/>
              <a:gd name="connsiteX8" fmla="*/ 3024686 w 3035794"/>
              <a:gd name="connsiteY8" fmla="*/ 2232285 h 3597039"/>
              <a:gd name="connsiteX9" fmla="*/ 3025391 w 3035794"/>
              <a:gd name="connsiteY9" fmla="*/ 2548746 h 3597039"/>
              <a:gd name="connsiteX10" fmla="*/ 3024544 w 3035794"/>
              <a:gd name="connsiteY10" fmla="*/ 2932131 h 3597039"/>
              <a:gd name="connsiteX11" fmla="*/ 3029484 w 3035794"/>
              <a:gd name="connsiteY11" fmla="*/ 3206050 h 3597039"/>
              <a:gd name="connsiteX12" fmla="*/ 3029484 w 3035794"/>
              <a:gd name="connsiteY12" fmla="*/ 3492287 h 3597039"/>
              <a:gd name="connsiteX13" fmla="*/ 3026528 w 3035794"/>
              <a:gd name="connsiteY13" fmla="*/ 3584038 h 3597039"/>
              <a:gd name="connsiteX14" fmla="*/ 2536033 w 3035794"/>
              <a:gd name="connsiteY14" fmla="*/ 3578457 h 3597039"/>
              <a:gd name="connsiteX15" fmla="*/ 2062105 w 3035794"/>
              <a:gd name="connsiteY15" fmla="*/ 3578457 h 3597039"/>
              <a:gd name="connsiteX16" fmla="*/ 1545736 w 3035794"/>
              <a:gd name="connsiteY16" fmla="*/ 3591536 h 3597039"/>
              <a:gd name="connsiteX17" fmla="*/ 1047737 w 3035794"/>
              <a:gd name="connsiteY17" fmla="*/ 3582381 h 3597039"/>
              <a:gd name="connsiteX18" fmla="*/ 522627 w 3035794"/>
              <a:gd name="connsiteY18" fmla="*/ 3586174 h 3597039"/>
              <a:gd name="connsiteX19" fmla="*/ 179310 w 3035794"/>
              <a:gd name="connsiteY19" fmla="*/ 3582119 h 3597039"/>
              <a:gd name="connsiteX20" fmla="*/ 12768 w 3035794"/>
              <a:gd name="connsiteY20" fmla="*/ 3583434 h 3597039"/>
              <a:gd name="connsiteX21" fmla="*/ 14927 w 3035794"/>
              <a:gd name="connsiteY21" fmla="*/ 3541208 h 3597039"/>
              <a:gd name="connsiteX22" fmla="*/ 15947 w 3035794"/>
              <a:gd name="connsiteY22" fmla="*/ 3236172 h 3597039"/>
              <a:gd name="connsiteX23" fmla="*/ 15947 w 3035794"/>
              <a:gd name="connsiteY23" fmla="*/ 3093031 h 3597039"/>
              <a:gd name="connsiteX24" fmla="*/ 22581 w 3035794"/>
              <a:gd name="connsiteY24" fmla="*/ 2901666 h 3597039"/>
              <a:gd name="connsiteX25" fmla="*/ 9823 w 3035794"/>
              <a:gd name="connsiteY25" fmla="*/ 2816955 h 3597039"/>
              <a:gd name="connsiteX26" fmla="*/ 16074 w 3035794"/>
              <a:gd name="connsiteY26" fmla="*/ 2600075 h 3597039"/>
              <a:gd name="connsiteX27" fmla="*/ 22836 w 3035794"/>
              <a:gd name="connsiteY27" fmla="*/ 2349514 h 3597039"/>
              <a:gd name="connsiteX28" fmla="*/ 23857 w 3035794"/>
              <a:gd name="connsiteY28" fmla="*/ 2147560 h 3597039"/>
              <a:gd name="connsiteX29" fmla="*/ 26663 w 3035794"/>
              <a:gd name="connsiteY29" fmla="*/ 1765978 h 3597039"/>
              <a:gd name="connsiteX30" fmla="*/ 24367 w 3035794"/>
              <a:gd name="connsiteY30" fmla="*/ 1543612 h 3597039"/>
              <a:gd name="connsiteX31" fmla="*/ 24367 w 3035794"/>
              <a:gd name="connsiteY31" fmla="*/ 1033305 h 3597039"/>
              <a:gd name="connsiteX32" fmla="*/ 25133 w 3035794"/>
              <a:gd name="connsiteY32" fmla="*/ 759271 h 3597039"/>
              <a:gd name="connsiteX33" fmla="*/ 14289 w 3035794"/>
              <a:gd name="connsiteY33" fmla="*/ 353321 h 3597039"/>
              <a:gd name="connsiteX34" fmla="*/ 22581 w 3035794"/>
              <a:gd name="connsiteY34" fmla="*/ 20346 h 3597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035794" h="3597039">
                <a:moveTo>
                  <a:pt x="19840" y="0"/>
                </a:moveTo>
                <a:lnTo>
                  <a:pt x="3028263" y="0"/>
                </a:lnTo>
                <a:lnTo>
                  <a:pt x="3024697" y="140686"/>
                </a:lnTo>
                <a:cubicBezTo>
                  <a:pt x="3025259" y="312749"/>
                  <a:pt x="3037669" y="484544"/>
                  <a:pt x="3035552" y="655695"/>
                </a:cubicBezTo>
                <a:cubicBezTo>
                  <a:pt x="3034423" y="750938"/>
                  <a:pt x="3013255" y="845927"/>
                  <a:pt x="3017206" y="941424"/>
                </a:cubicBezTo>
                <a:cubicBezTo>
                  <a:pt x="3022992" y="1086130"/>
                  <a:pt x="3024933" y="1230868"/>
                  <a:pt x="3027314" y="1375590"/>
                </a:cubicBezTo>
                <a:lnTo>
                  <a:pt x="3035723" y="1661758"/>
                </a:lnTo>
                <a:lnTo>
                  <a:pt x="3035723" y="2108768"/>
                </a:lnTo>
                <a:lnTo>
                  <a:pt x="3024686" y="2232285"/>
                </a:lnTo>
                <a:cubicBezTo>
                  <a:pt x="3008033" y="2337306"/>
                  <a:pt x="3018335" y="2443217"/>
                  <a:pt x="3025391" y="2548746"/>
                </a:cubicBezTo>
                <a:cubicBezTo>
                  <a:pt x="3034000" y="2676499"/>
                  <a:pt x="3038657" y="2804125"/>
                  <a:pt x="3024544" y="2932131"/>
                </a:cubicBezTo>
                <a:cubicBezTo>
                  <a:pt x="3014384" y="3023183"/>
                  <a:pt x="3023839" y="3114743"/>
                  <a:pt x="3029484" y="3206050"/>
                </a:cubicBezTo>
                <a:cubicBezTo>
                  <a:pt x="3036822" y="3301343"/>
                  <a:pt x="3036822" y="3396994"/>
                  <a:pt x="3029484" y="3492287"/>
                </a:cubicBezTo>
                <a:lnTo>
                  <a:pt x="3026528" y="3584038"/>
                </a:lnTo>
                <a:lnTo>
                  <a:pt x="2536033" y="3578457"/>
                </a:lnTo>
                <a:cubicBezTo>
                  <a:pt x="2378057" y="3583558"/>
                  <a:pt x="2220080" y="3585390"/>
                  <a:pt x="2062105" y="3578457"/>
                </a:cubicBezTo>
                <a:cubicBezTo>
                  <a:pt x="1889685" y="3570479"/>
                  <a:pt x="1717648" y="3579504"/>
                  <a:pt x="1545736" y="3591536"/>
                </a:cubicBezTo>
                <a:cubicBezTo>
                  <a:pt x="1379525" y="3603177"/>
                  <a:pt x="1213695" y="3594544"/>
                  <a:pt x="1047737" y="3582381"/>
                </a:cubicBezTo>
                <a:cubicBezTo>
                  <a:pt x="872873" y="3569328"/>
                  <a:pt x="697288" y="3570585"/>
                  <a:pt x="522627" y="3586174"/>
                </a:cubicBezTo>
                <a:cubicBezTo>
                  <a:pt x="408103" y="3596376"/>
                  <a:pt x="293327" y="3581074"/>
                  <a:pt x="179310" y="3582119"/>
                </a:cubicBezTo>
                <a:lnTo>
                  <a:pt x="12768" y="3583434"/>
                </a:lnTo>
                <a:lnTo>
                  <a:pt x="14927" y="3541208"/>
                </a:lnTo>
                <a:cubicBezTo>
                  <a:pt x="24495" y="3440295"/>
                  <a:pt x="35084" y="3338234"/>
                  <a:pt x="15947" y="3236172"/>
                </a:cubicBezTo>
                <a:cubicBezTo>
                  <a:pt x="7719" y="3188816"/>
                  <a:pt x="7719" y="3140388"/>
                  <a:pt x="15947" y="3093031"/>
                </a:cubicBezTo>
                <a:cubicBezTo>
                  <a:pt x="25898" y="3029243"/>
                  <a:pt x="35339" y="2966092"/>
                  <a:pt x="22581" y="2901666"/>
                </a:cubicBezTo>
                <a:cubicBezTo>
                  <a:pt x="16968" y="2873599"/>
                  <a:pt x="12758" y="2845277"/>
                  <a:pt x="9823" y="2816955"/>
                </a:cubicBezTo>
                <a:cubicBezTo>
                  <a:pt x="3980" y="2744645"/>
                  <a:pt x="6072" y="2671926"/>
                  <a:pt x="16074" y="2600075"/>
                </a:cubicBezTo>
                <a:cubicBezTo>
                  <a:pt x="25643" y="2516640"/>
                  <a:pt x="10079" y="2432694"/>
                  <a:pt x="22836" y="2349514"/>
                </a:cubicBezTo>
                <a:cubicBezTo>
                  <a:pt x="31895" y="2282524"/>
                  <a:pt x="32239" y="2214640"/>
                  <a:pt x="23857" y="2147560"/>
                </a:cubicBezTo>
                <a:cubicBezTo>
                  <a:pt x="8778" y="2020749"/>
                  <a:pt x="9721" y="1892547"/>
                  <a:pt x="26663" y="1765978"/>
                </a:cubicBezTo>
                <a:cubicBezTo>
                  <a:pt x="37125" y="1692111"/>
                  <a:pt x="43121" y="1616076"/>
                  <a:pt x="24367" y="1543612"/>
                </a:cubicBezTo>
                <a:cubicBezTo>
                  <a:pt x="-19775" y="1373297"/>
                  <a:pt x="5996" y="1202727"/>
                  <a:pt x="24367" y="1033305"/>
                </a:cubicBezTo>
                <a:cubicBezTo>
                  <a:pt x="35530" y="942318"/>
                  <a:pt x="35786" y="850322"/>
                  <a:pt x="25133" y="759271"/>
                </a:cubicBezTo>
                <a:cubicBezTo>
                  <a:pt x="6226" y="624792"/>
                  <a:pt x="2577" y="488614"/>
                  <a:pt x="14289" y="353321"/>
                </a:cubicBezTo>
                <a:cubicBezTo>
                  <a:pt x="24877" y="242712"/>
                  <a:pt x="35339" y="131848"/>
                  <a:pt x="22581" y="20346"/>
                </a:cubicBezTo>
                <a:close/>
              </a:path>
            </a:pathLst>
          </a:custGeom>
        </p:spPr>
        <p:txBody>
          <a:bodyPr wrap="square" anchor="ctr">
            <a:noAutofit/>
          </a:bodyPr>
          <a:lstStyle>
            <a:lvl1pPr algn="ctr">
              <a:buNone/>
              <a:defRPr sz="2400"/>
            </a:lvl1pPr>
          </a:lstStyle>
          <a:p>
            <a:r>
              <a:rPr lang="en-US"/>
              <a:t>Click icon to add picture</a:t>
            </a:r>
            <a:endParaRPr lang="en-US" dirty="0"/>
          </a:p>
        </p:txBody>
      </p:sp>
      <p:sp>
        <p:nvSpPr>
          <p:cNvPr id="2" name="Title 1">
            <a:extLst>
              <a:ext uri="{FF2B5EF4-FFF2-40B4-BE49-F238E27FC236}">
                <a16:creationId xmlns:a16="http://schemas.microsoft.com/office/drawing/2014/main" id="{465D02BC-5A24-47F7-A4DF-B93FBC0C51B0}"/>
              </a:ext>
            </a:extLst>
          </p:cNvPr>
          <p:cNvSpPr>
            <a:spLocks noGrp="1"/>
          </p:cNvSpPr>
          <p:nvPr>
            <p:ph type="title" hasCustomPrompt="1"/>
          </p:nvPr>
        </p:nvSpPr>
        <p:spPr>
          <a:xfrm>
            <a:off x="630936" y="429768"/>
            <a:ext cx="3922776" cy="1645920"/>
          </a:xfrm>
        </p:spPr>
        <p:txBody>
          <a:bodyPr anchor="b"/>
          <a:lstStyle>
            <a:lvl1pPr>
              <a:defRPr sz="5400"/>
            </a:lvl1pPr>
          </a:lstStyle>
          <a:p>
            <a:r>
              <a:rPr lang="en-US" dirty="0"/>
              <a:t>Title</a:t>
            </a:r>
          </a:p>
        </p:txBody>
      </p:sp>
      <p:sp>
        <p:nvSpPr>
          <p:cNvPr id="3" name="Content Placeholder 2">
            <a:extLst>
              <a:ext uri="{FF2B5EF4-FFF2-40B4-BE49-F238E27FC236}">
                <a16:creationId xmlns:a16="http://schemas.microsoft.com/office/drawing/2014/main" id="{48E9219E-EE74-4093-94D6-F663E059C504}"/>
              </a:ext>
            </a:extLst>
          </p:cNvPr>
          <p:cNvSpPr>
            <a:spLocks noGrp="1"/>
          </p:cNvSpPr>
          <p:nvPr>
            <p:ph idx="1"/>
          </p:nvPr>
        </p:nvSpPr>
        <p:spPr>
          <a:xfrm>
            <a:off x="630936" y="2706624"/>
            <a:ext cx="3931920" cy="3383280"/>
          </a:xfrm>
        </p:spPr>
        <p:txBody>
          <a:bodyPr>
            <a:normAutofit/>
          </a:bodyPr>
          <a:lstStyle>
            <a:lvl1pPr marL="0" indent="0">
              <a:buNone/>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descr="Tag=AccentColor&#10;Flavor=Light&#10;Target=FillAndLine">
            <a:extLst>
              <a:ext uri="{FF2B5EF4-FFF2-40B4-BE49-F238E27FC236}">
                <a16:creationId xmlns:a16="http://schemas.microsoft.com/office/drawing/2014/main" id="{3D56BB16-3103-4F61-889C-DDC4E4A678C2}"/>
              </a:ext>
            </a:extLst>
          </p:cNvPr>
          <p:cNvSpPr/>
          <p:nvPr userDrawn="1"/>
        </p:nvSpPr>
        <p:spPr>
          <a:xfrm>
            <a:off x="629328" y="2423160"/>
            <a:ext cx="3877056" cy="27432"/>
          </a:xfrm>
          <a:custGeom>
            <a:avLst/>
            <a:gdLst>
              <a:gd name="connsiteX0" fmla="*/ 0 w 3877056"/>
              <a:gd name="connsiteY0" fmla="*/ 0 h 27432"/>
              <a:gd name="connsiteX1" fmla="*/ 723717 w 3877056"/>
              <a:gd name="connsiteY1" fmla="*/ 0 h 27432"/>
              <a:gd name="connsiteX2" fmla="*/ 1408664 w 3877056"/>
              <a:gd name="connsiteY2" fmla="*/ 0 h 27432"/>
              <a:gd name="connsiteX3" fmla="*/ 2093610 w 3877056"/>
              <a:gd name="connsiteY3" fmla="*/ 0 h 27432"/>
              <a:gd name="connsiteX4" fmla="*/ 2623475 w 3877056"/>
              <a:gd name="connsiteY4" fmla="*/ 0 h 27432"/>
              <a:gd name="connsiteX5" fmla="*/ 3192109 w 3877056"/>
              <a:gd name="connsiteY5" fmla="*/ 0 h 27432"/>
              <a:gd name="connsiteX6" fmla="*/ 3877056 w 3877056"/>
              <a:gd name="connsiteY6" fmla="*/ 0 h 27432"/>
              <a:gd name="connsiteX7" fmla="*/ 3877056 w 3877056"/>
              <a:gd name="connsiteY7" fmla="*/ 27432 h 27432"/>
              <a:gd name="connsiteX8" fmla="*/ 3230880 w 3877056"/>
              <a:gd name="connsiteY8" fmla="*/ 27432 h 27432"/>
              <a:gd name="connsiteX9" fmla="*/ 2701016 w 3877056"/>
              <a:gd name="connsiteY9" fmla="*/ 27432 h 27432"/>
              <a:gd name="connsiteX10" fmla="*/ 2171151 w 3877056"/>
              <a:gd name="connsiteY10" fmla="*/ 27432 h 27432"/>
              <a:gd name="connsiteX11" fmla="*/ 1486205 w 3877056"/>
              <a:gd name="connsiteY11" fmla="*/ 27432 h 27432"/>
              <a:gd name="connsiteX12" fmla="*/ 917570 w 3877056"/>
              <a:gd name="connsiteY12" fmla="*/ 27432 h 27432"/>
              <a:gd name="connsiteX13" fmla="*/ 0 w 3877056"/>
              <a:gd name="connsiteY13" fmla="*/ 27432 h 27432"/>
              <a:gd name="connsiteX14" fmla="*/ 0 w 3877056"/>
              <a:gd name="connsiteY14"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77056" h="27432" fill="none" extrusionOk="0">
                <a:moveTo>
                  <a:pt x="0" y="0"/>
                </a:moveTo>
                <a:cubicBezTo>
                  <a:pt x="212376" y="-32836"/>
                  <a:pt x="570944" y="24926"/>
                  <a:pt x="723717" y="0"/>
                </a:cubicBezTo>
                <a:cubicBezTo>
                  <a:pt x="876490" y="-24926"/>
                  <a:pt x="1149502" y="-13047"/>
                  <a:pt x="1408664" y="0"/>
                </a:cubicBezTo>
                <a:cubicBezTo>
                  <a:pt x="1667826" y="13047"/>
                  <a:pt x="1931449" y="-10086"/>
                  <a:pt x="2093610" y="0"/>
                </a:cubicBezTo>
                <a:cubicBezTo>
                  <a:pt x="2255771" y="10086"/>
                  <a:pt x="2364217" y="17704"/>
                  <a:pt x="2623475" y="0"/>
                </a:cubicBezTo>
                <a:cubicBezTo>
                  <a:pt x="2882734" y="-17704"/>
                  <a:pt x="3039913" y="-18191"/>
                  <a:pt x="3192109" y="0"/>
                </a:cubicBezTo>
                <a:cubicBezTo>
                  <a:pt x="3344305" y="18191"/>
                  <a:pt x="3704655" y="9863"/>
                  <a:pt x="3877056" y="0"/>
                </a:cubicBezTo>
                <a:cubicBezTo>
                  <a:pt x="3876099" y="8431"/>
                  <a:pt x="3876707" y="14612"/>
                  <a:pt x="3877056" y="27432"/>
                </a:cubicBezTo>
                <a:cubicBezTo>
                  <a:pt x="3653020" y="26009"/>
                  <a:pt x="3480940" y="44647"/>
                  <a:pt x="3230880" y="27432"/>
                </a:cubicBezTo>
                <a:cubicBezTo>
                  <a:pt x="2980820" y="10217"/>
                  <a:pt x="2872670" y="48866"/>
                  <a:pt x="2701016" y="27432"/>
                </a:cubicBezTo>
                <a:cubicBezTo>
                  <a:pt x="2529362" y="5998"/>
                  <a:pt x="2364157" y="35954"/>
                  <a:pt x="2171151" y="27432"/>
                </a:cubicBezTo>
                <a:cubicBezTo>
                  <a:pt x="1978146" y="18910"/>
                  <a:pt x="1773461" y="38798"/>
                  <a:pt x="1486205" y="27432"/>
                </a:cubicBezTo>
                <a:cubicBezTo>
                  <a:pt x="1198949" y="16066"/>
                  <a:pt x="1139376" y="-574"/>
                  <a:pt x="917570" y="27432"/>
                </a:cubicBezTo>
                <a:cubicBezTo>
                  <a:pt x="695765" y="55438"/>
                  <a:pt x="293344" y="-5450"/>
                  <a:pt x="0" y="27432"/>
                </a:cubicBezTo>
                <a:cubicBezTo>
                  <a:pt x="226" y="18208"/>
                  <a:pt x="-648" y="12891"/>
                  <a:pt x="0" y="0"/>
                </a:cubicBezTo>
                <a:close/>
              </a:path>
              <a:path w="3877056" h="27432" stroke="0" extrusionOk="0">
                <a:moveTo>
                  <a:pt x="0" y="0"/>
                </a:moveTo>
                <a:cubicBezTo>
                  <a:pt x="192669" y="-10137"/>
                  <a:pt x="331692" y="-29256"/>
                  <a:pt x="607405" y="0"/>
                </a:cubicBezTo>
                <a:cubicBezTo>
                  <a:pt x="883118" y="29256"/>
                  <a:pt x="907253" y="-6037"/>
                  <a:pt x="1137270" y="0"/>
                </a:cubicBezTo>
                <a:cubicBezTo>
                  <a:pt x="1367288" y="6037"/>
                  <a:pt x="1546023" y="-32212"/>
                  <a:pt x="1860987" y="0"/>
                </a:cubicBezTo>
                <a:cubicBezTo>
                  <a:pt x="2175951" y="32212"/>
                  <a:pt x="2298836" y="29855"/>
                  <a:pt x="2468392" y="0"/>
                </a:cubicBezTo>
                <a:cubicBezTo>
                  <a:pt x="2637949" y="-29855"/>
                  <a:pt x="2790821" y="13504"/>
                  <a:pt x="3075798" y="0"/>
                </a:cubicBezTo>
                <a:cubicBezTo>
                  <a:pt x="3360775" y="-13504"/>
                  <a:pt x="3584812" y="38899"/>
                  <a:pt x="3877056" y="0"/>
                </a:cubicBezTo>
                <a:cubicBezTo>
                  <a:pt x="3875701" y="9524"/>
                  <a:pt x="3875854" y="13975"/>
                  <a:pt x="3877056" y="27432"/>
                </a:cubicBezTo>
                <a:cubicBezTo>
                  <a:pt x="3651600" y="-703"/>
                  <a:pt x="3532844" y="44229"/>
                  <a:pt x="3230880" y="27432"/>
                </a:cubicBezTo>
                <a:cubicBezTo>
                  <a:pt x="2928916" y="10635"/>
                  <a:pt x="2860399" y="20237"/>
                  <a:pt x="2701016" y="27432"/>
                </a:cubicBezTo>
                <a:cubicBezTo>
                  <a:pt x="2541633" y="34627"/>
                  <a:pt x="2238516" y="40277"/>
                  <a:pt x="2054840" y="27432"/>
                </a:cubicBezTo>
                <a:cubicBezTo>
                  <a:pt x="1871164" y="14587"/>
                  <a:pt x="1583795" y="3252"/>
                  <a:pt x="1408664" y="27432"/>
                </a:cubicBezTo>
                <a:cubicBezTo>
                  <a:pt x="1233533" y="51612"/>
                  <a:pt x="956608" y="20984"/>
                  <a:pt x="801258" y="27432"/>
                </a:cubicBezTo>
                <a:cubicBezTo>
                  <a:pt x="645908" y="33880"/>
                  <a:pt x="165566" y="12646"/>
                  <a:pt x="0" y="27432"/>
                </a:cubicBezTo>
                <a:cubicBezTo>
                  <a:pt x="-800" y="16780"/>
                  <a:pt x="-583" y="12910"/>
                  <a:pt x="0" y="0"/>
                </a:cubicBezTo>
                <a:close/>
              </a:path>
            </a:pathLst>
          </a:custGeom>
          <a:solidFill>
            <a:schemeClr val="accent1"/>
          </a:solidFill>
          <a:ln w="38100" cap="rnd">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509366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9" name="Freeform: Shape 8" descr="Tag=AccentColor&#10;Flavor=Light&#10;Target=Fill">
            <a:extLst>
              <a:ext uri="{FF2B5EF4-FFF2-40B4-BE49-F238E27FC236}">
                <a16:creationId xmlns:a16="http://schemas.microsoft.com/office/drawing/2014/main" id="{6E9FA88B-AFEE-4852-B85E-7E7C8AF78BFF}"/>
              </a:ext>
            </a:extLst>
          </p:cNvPr>
          <p:cNvSpPr/>
          <p:nvPr userDrawn="1"/>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465D02BC-5A24-47F7-A4DF-B93FBC0C51B0}"/>
              </a:ext>
            </a:extLst>
          </p:cNvPr>
          <p:cNvSpPr>
            <a:spLocks noGrp="1"/>
          </p:cNvSpPr>
          <p:nvPr>
            <p:ph type="title"/>
          </p:nvPr>
        </p:nvSpPr>
        <p:spPr>
          <a:xfrm>
            <a:off x="841248" y="402336"/>
            <a:ext cx="10515600" cy="1344168"/>
          </a:xfrm>
        </p:spPr>
        <p:txBody>
          <a:bodyPr/>
          <a:lstStyle>
            <a:lvl1pPr algn="ctr">
              <a:defRPr sz="7200">
                <a:solidFill>
                  <a:schemeClr val="bg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2AD2029B-6646-4DBF-A302-76A513FC64DB}"/>
              </a:ext>
            </a:extLst>
          </p:cNvPr>
          <p:cNvSpPr>
            <a:spLocks noGrp="1"/>
          </p:cNvSpPr>
          <p:nvPr>
            <p:ph type="ftr" sz="quarter" idx="11"/>
          </p:nvPr>
        </p:nvSpPr>
        <p:spPr/>
        <p:txBody>
          <a:bodyPr/>
          <a:lstStyle>
            <a:lvl1pPr>
              <a:defRPr>
                <a:solidFill>
                  <a:schemeClr val="tx1"/>
                </a:solidFill>
              </a:defRPr>
            </a:lvl1pPr>
          </a:lstStyle>
          <a:p>
            <a:r>
              <a:rPr lang="en-US" dirty="0"/>
              <a:t>Presentation Title</a:t>
            </a:r>
          </a:p>
        </p:txBody>
      </p:sp>
      <p:sp>
        <p:nvSpPr>
          <p:cNvPr id="6" name="Slide Number Placeholder 5">
            <a:extLst>
              <a:ext uri="{FF2B5EF4-FFF2-40B4-BE49-F238E27FC236}">
                <a16:creationId xmlns:a16="http://schemas.microsoft.com/office/drawing/2014/main" id="{9E6D4DFD-766F-4E45-A00C-2B5E8CE9A908}"/>
              </a:ext>
            </a:extLst>
          </p:cNvPr>
          <p:cNvSpPr>
            <a:spLocks noGrp="1"/>
          </p:cNvSpPr>
          <p:nvPr>
            <p:ph type="sldNum" sz="quarter" idx="12"/>
          </p:nvPr>
        </p:nvSpPr>
        <p:spPr/>
        <p:txBody>
          <a:bodyPr/>
          <a:lstStyle>
            <a:lvl1pPr>
              <a:defRPr>
                <a:solidFill>
                  <a:schemeClr val="tx1"/>
                </a:solidFill>
              </a:defRPr>
            </a:lvl1pPr>
          </a:lstStyle>
          <a:p>
            <a:fld id="{2C18C1E5-FB55-42F5-BD6D-9CC153FCDBE6}" type="slidenum">
              <a:rPr lang="en-US" smtClean="0"/>
              <a:pPr/>
              <a:t>‹#›</a:t>
            </a:fld>
            <a:endParaRPr lang="en-US" dirty="0"/>
          </a:p>
        </p:txBody>
      </p:sp>
      <p:sp>
        <p:nvSpPr>
          <p:cNvPr id="10" name="Picture Placeholder 9">
            <a:extLst>
              <a:ext uri="{FF2B5EF4-FFF2-40B4-BE49-F238E27FC236}">
                <a16:creationId xmlns:a16="http://schemas.microsoft.com/office/drawing/2014/main" id="{4308AE94-7094-4D70-9812-D22ECD79C7D9}"/>
              </a:ext>
            </a:extLst>
          </p:cNvPr>
          <p:cNvSpPr>
            <a:spLocks noGrp="1"/>
          </p:cNvSpPr>
          <p:nvPr>
            <p:ph type="pic" sz="quarter" idx="17"/>
          </p:nvPr>
        </p:nvSpPr>
        <p:spPr>
          <a:xfrm>
            <a:off x="9706356" y="3511296"/>
            <a:ext cx="731520" cy="731520"/>
          </a:xfrm>
          <a:prstGeom prst="rect">
            <a:avLst/>
          </a:prstGeom>
        </p:spPr>
        <p:txBody>
          <a:bodyPr wrap="square" anchor="ctr">
            <a:noAutofit/>
          </a:bodyPr>
          <a:lstStyle>
            <a:lvl1pPr marL="0" indent="0" algn="ctr">
              <a:lnSpc>
                <a:spcPct val="100000"/>
              </a:lnSpc>
              <a:spcBef>
                <a:spcPts val="0"/>
              </a:spcBef>
              <a:buNone/>
              <a:defRPr sz="2000"/>
            </a:lvl1pPr>
          </a:lstStyle>
          <a:p>
            <a:r>
              <a:rPr lang="en-US"/>
              <a:t>Click icon to add picture</a:t>
            </a:r>
            <a:endParaRPr lang="en-US" dirty="0"/>
          </a:p>
        </p:txBody>
      </p:sp>
      <p:sp>
        <p:nvSpPr>
          <p:cNvPr id="11" name="Picture Placeholder 10">
            <a:extLst>
              <a:ext uri="{FF2B5EF4-FFF2-40B4-BE49-F238E27FC236}">
                <a16:creationId xmlns:a16="http://schemas.microsoft.com/office/drawing/2014/main" id="{2B505429-1B51-4AA8-8307-05F64474936C}"/>
              </a:ext>
            </a:extLst>
          </p:cNvPr>
          <p:cNvSpPr>
            <a:spLocks noGrp="1"/>
          </p:cNvSpPr>
          <p:nvPr>
            <p:ph type="pic" sz="quarter" idx="15"/>
          </p:nvPr>
        </p:nvSpPr>
        <p:spPr>
          <a:xfrm>
            <a:off x="5728716" y="3511296"/>
            <a:ext cx="731520" cy="731520"/>
          </a:xfrm>
          <a:prstGeom prst="rect">
            <a:avLst/>
          </a:prstGeom>
        </p:spPr>
        <p:txBody>
          <a:bodyPr wrap="square" anchor="ctr">
            <a:noAutofit/>
          </a:bodyPr>
          <a:lstStyle>
            <a:lvl1pPr marL="0" indent="0" algn="ctr">
              <a:lnSpc>
                <a:spcPct val="100000"/>
              </a:lnSpc>
              <a:spcBef>
                <a:spcPts val="0"/>
              </a:spcBef>
              <a:buNone/>
              <a:defRPr sz="2000"/>
            </a:lvl1pPr>
          </a:lstStyle>
          <a:p>
            <a:r>
              <a:rPr lang="en-US"/>
              <a:t>Click icon to add picture</a:t>
            </a:r>
            <a:endParaRPr lang="en-US" dirty="0"/>
          </a:p>
        </p:txBody>
      </p:sp>
      <p:sp>
        <p:nvSpPr>
          <p:cNvPr id="12" name="Picture Placeholder 11">
            <a:extLst>
              <a:ext uri="{FF2B5EF4-FFF2-40B4-BE49-F238E27FC236}">
                <a16:creationId xmlns:a16="http://schemas.microsoft.com/office/drawing/2014/main" id="{F3F3360D-2801-410A-A4E5-7AE529A3E3C8}"/>
              </a:ext>
            </a:extLst>
          </p:cNvPr>
          <p:cNvSpPr>
            <a:spLocks noGrp="1"/>
          </p:cNvSpPr>
          <p:nvPr>
            <p:ph type="pic" sz="quarter" idx="13"/>
          </p:nvPr>
        </p:nvSpPr>
        <p:spPr>
          <a:xfrm>
            <a:off x="1751076" y="3511296"/>
            <a:ext cx="731520" cy="731520"/>
          </a:xfrm>
          <a:prstGeom prst="rect">
            <a:avLst/>
          </a:prstGeom>
        </p:spPr>
        <p:txBody>
          <a:bodyPr wrap="square" anchor="ctr">
            <a:noAutofit/>
          </a:bodyPr>
          <a:lstStyle>
            <a:lvl1pPr algn="ctr">
              <a:buNone/>
              <a:defRPr sz="2000"/>
            </a:lvl1pPr>
          </a:lstStyle>
          <a:p>
            <a:r>
              <a:rPr lang="en-US"/>
              <a:t>Click icon to add picture</a:t>
            </a:r>
            <a:endParaRPr lang="en-US" dirty="0"/>
          </a:p>
        </p:txBody>
      </p:sp>
      <p:sp>
        <p:nvSpPr>
          <p:cNvPr id="13" name="Text Placeholder 32">
            <a:extLst>
              <a:ext uri="{FF2B5EF4-FFF2-40B4-BE49-F238E27FC236}">
                <a16:creationId xmlns:a16="http://schemas.microsoft.com/office/drawing/2014/main" id="{B745A5D6-A4E0-4308-9600-DE5E19572946}"/>
              </a:ext>
            </a:extLst>
          </p:cNvPr>
          <p:cNvSpPr>
            <a:spLocks noGrp="1"/>
          </p:cNvSpPr>
          <p:nvPr>
            <p:ph type="body" sz="quarter" idx="18" hasCustomPrompt="1"/>
          </p:nvPr>
        </p:nvSpPr>
        <p:spPr>
          <a:xfrm>
            <a:off x="585216" y="4315968"/>
            <a:ext cx="3063240" cy="548640"/>
          </a:xfrm>
          <a:prstGeom prst="rect">
            <a:avLst/>
          </a:prstGeom>
        </p:spPr>
        <p:txBody>
          <a:bodyPr/>
          <a:lstStyle>
            <a:lvl1pPr marL="0" indent="0" algn="ctr">
              <a:lnSpc>
                <a:spcPct val="110000"/>
              </a:lnSpc>
              <a:spcBef>
                <a:spcPts val="1000"/>
              </a:spcBef>
              <a:buNone/>
              <a:defRPr sz="2400"/>
            </a:lvl1pPr>
            <a:lvl2pPr marL="0" indent="0" algn="ctr">
              <a:lnSpc>
                <a:spcPct val="100000"/>
              </a:lnSpc>
              <a:spcBef>
                <a:spcPts val="0"/>
              </a:spcBef>
              <a:buNone/>
              <a:defRPr sz="1800"/>
            </a:lvl2pPr>
          </a:lstStyle>
          <a:p>
            <a:pPr lvl="0"/>
            <a:r>
              <a:rPr lang="en-US" dirty="0"/>
              <a:t>Presenter Name</a:t>
            </a:r>
          </a:p>
        </p:txBody>
      </p:sp>
      <p:sp>
        <p:nvSpPr>
          <p:cNvPr id="14" name="Text Placeholder 32">
            <a:extLst>
              <a:ext uri="{FF2B5EF4-FFF2-40B4-BE49-F238E27FC236}">
                <a16:creationId xmlns:a16="http://schemas.microsoft.com/office/drawing/2014/main" id="{C3466BB8-D955-4280-BA4D-66F3DC034164}"/>
              </a:ext>
            </a:extLst>
          </p:cNvPr>
          <p:cNvSpPr>
            <a:spLocks noGrp="1"/>
          </p:cNvSpPr>
          <p:nvPr>
            <p:ph type="body" sz="quarter" idx="20" hasCustomPrompt="1"/>
          </p:nvPr>
        </p:nvSpPr>
        <p:spPr>
          <a:xfrm>
            <a:off x="4562856" y="4315968"/>
            <a:ext cx="3063240" cy="548640"/>
          </a:xfrm>
        </p:spPr>
        <p:txBody>
          <a:bodyPr/>
          <a:lstStyle>
            <a:lvl1pPr marL="0" indent="0" algn="ctr">
              <a:lnSpc>
                <a:spcPct val="110000"/>
              </a:lnSpc>
              <a:spcBef>
                <a:spcPts val="1000"/>
              </a:spcBef>
              <a:buNone/>
              <a:defRPr sz="2400"/>
            </a:lvl1pPr>
            <a:lvl2pPr marL="0" indent="0" algn="ctr">
              <a:lnSpc>
                <a:spcPct val="100000"/>
              </a:lnSpc>
              <a:spcBef>
                <a:spcPts val="0"/>
              </a:spcBef>
              <a:buNone/>
              <a:defRPr sz="1800"/>
            </a:lvl2pPr>
          </a:lstStyle>
          <a:p>
            <a:pPr lvl="0"/>
            <a:r>
              <a:rPr lang="en-US" dirty="0"/>
              <a:t>Email</a:t>
            </a:r>
          </a:p>
        </p:txBody>
      </p:sp>
      <p:sp>
        <p:nvSpPr>
          <p:cNvPr id="15" name="Text Placeholder 32">
            <a:extLst>
              <a:ext uri="{FF2B5EF4-FFF2-40B4-BE49-F238E27FC236}">
                <a16:creationId xmlns:a16="http://schemas.microsoft.com/office/drawing/2014/main" id="{F829B8DE-3184-4E0A-AAD4-8F27B55DA95F}"/>
              </a:ext>
            </a:extLst>
          </p:cNvPr>
          <p:cNvSpPr>
            <a:spLocks noGrp="1"/>
          </p:cNvSpPr>
          <p:nvPr>
            <p:ph type="body" sz="quarter" idx="22" hasCustomPrompt="1"/>
          </p:nvPr>
        </p:nvSpPr>
        <p:spPr>
          <a:xfrm>
            <a:off x="8540496" y="4315968"/>
            <a:ext cx="3063240" cy="548640"/>
          </a:xfrm>
        </p:spPr>
        <p:txBody>
          <a:bodyPr/>
          <a:lstStyle>
            <a:lvl1pPr marL="0" indent="0" algn="ctr">
              <a:lnSpc>
                <a:spcPct val="110000"/>
              </a:lnSpc>
              <a:spcBef>
                <a:spcPts val="1000"/>
              </a:spcBef>
              <a:buNone/>
              <a:defRPr sz="2400"/>
            </a:lvl1pPr>
            <a:lvl2pPr marL="0" indent="0" algn="ctr">
              <a:lnSpc>
                <a:spcPct val="100000"/>
              </a:lnSpc>
              <a:spcBef>
                <a:spcPts val="0"/>
              </a:spcBef>
              <a:buNone/>
              <a:defRPr sz="1800"/>
            </a:lvl2pPr>
          </a:lstStyle>
          <a:p>
            <a:pPr lvl="0"/>
            <a:r>
              <a:rPr lang="en-US" dirty="0"/>
              <a:t>Website</a:t>
            </a:r>
          </a:p>
        </p:txBody>
      </p:sp>
    </p:spTree>
    <p:extLst>
      <p:ext uri="{BB962C8B-B14F-4D97-AF65-F5344CB8AC3E}">
        <p14:creationId xmlns:p14="http://schemas.microsoft.com/office/powerpoint/2010/main" val="24803387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5FC3464-F026-4C77-9441-55ECA5054D50}"/>
              </a:ext>
            </a:extLst>
          </p:cNvPr>
          <p:cNvSpPr>
            <a:spLocks noGrp="1"/>
          </p:cNvSpPr>
          <p:nvPr>
            <p:ph type="ftr" sz="quarter" idx="11"/>
          </p:nvPr>
        </p:nvSpPr>
        <p:spPr/>
        <p:txBody>
          <a:bodyPr/>
          <a:lstStyle/>
          <a:p>
            <a:r>
              <a:rPr lang="en-US" dirty="0"/>
              <a:t>Presentation Title</a:t>
            </a:r>
          </a:p>
        </p:txBody>
      </p:sp>
      <p:sp>
        <p:nvSpPr>
          <p:cNvPr id="4" name="Slide Number Placeholder 3">
            <a:extLst>
              <a:ext uri="{FF2B5EF4-FFF2-40B4-BE49-F238E27FC236}">
                <a16:creationId xmlns:a16="http://schemas.microsoft.com/office/drawing/2014/main" id="{587D9257-BADE-4D0B-AF0B-D09FE95FA078}"/>
              </a:ext>
            </a:extLst>
          </p:cNvPr>
          <p:cNvSpPr>
            <a:spLocks noGrp="1"/>
          </p:cNvSpPr>
          <p:nvPr>
            <p:ph type="sldNum" sz="quarter" idx="12"/>
          </p:nvPr>
        </p:nvSpPr>
        <p:spPr/>
        <p:txBody>
          <a:bodyPr/>
          <a:lstStyle/>
          <a:p>
            <a:fld id="{2C18C1E5-FB55-42F5-BD6D-9CC153FCDBE6}" type="slidenum">
              <a:rPr lang="en-US" smtClean="0"/>
              <a:t>‹#›</a:t>
            </a:fld>
            <a:endParaRPr lang="en-US" dirty="0"/>
          </a:p>
        </p:txBody>
      </p:sp>
    </p:spTree>
    <p:extLst>
      <p:ext uri="{BB962C8B-B14F-4D97-AF65-F5344CB8AC3E}">
        <p14:creationId xmlns:p14="http://schemas.microsoft.com/office/powerpoint/2010/main" val="9641860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1C48E-F751-45A2-9010-208B81EDBE69}"/>
              </a:ext>
            </a:extLst>
          </p:cNvPr>
          <p:cNvSpPr>
            <a:spLocks noGrp="1"/>
          </p:cNvSpPr>
          <p:nvPr>
            <p:ph type="title"/>
          </p:nvPr>
        </p:nvSpPr>
        <p:spPr>
          <a:xfrm>
            <a:off x="839788" y="457200"/>
            <a:ext cx="3932237" cy="3429000"/>
          </a:xfrm>
        </p:spPr>
        <p:txBody>
          <a:bodyPr anchor="b">
            <a:normAutofit/>
          </a:bodyPr>
          <a:lstStyle>
            <a:lvl1pPr>
              <a:defRPr sz="6000"/>
            </a:lvl1pPr>
          </a:lstStyle>
          <a:p>
            <a:r>
              <a:rPr lang="en-US"/>
              <a:t>Click to edit Master title style</a:t>
            </a:r>
          </a:p>
        </p:txBody>
      </p:sp>
      <p:sp>
        <p:nvSpPr>
          <p:cNvPr id="3" name="Content Placeholder 2">
            <a:extLst>
              <a:ext uri="{FF2B5EF4-FFF2-40B4-BE49-F238E27FC236}">
                <a16:creationId xmlns:a16="http://schemas.microsoft.com/office/drawing/2014/main" id="{59D501F6-8430-4758-8636-74D68E990EC3}"/>
              </a:ext>
            </a:extLst>
          </p:cNvPr>
          <p:cNvSpPr>
            <a:spLocks noGrp="1"/>
          </p:cNvSpPr>
          <p:nvPr>
            <p:ph idx="1"/>
          </p:nvPr>
        </p:nvSpPr>
        <p:spPr>
          <a:xfrm>
            <a:off x="5303520" y="548640"/>
            <a:ext cx="6053328" cy="5431536"/>
          </a:xfrm>
        </p:spPr>
        <p:txBody>
          <a:bodyPr anchor="ct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E79DC39-A29C-494C-98B6-999746C5F38A}"/>
              </a:ext>
            </a:extLst>
          </p:cNvPr>
          <p:cNvSpPr>
            <a:spLocks noGrp="1"/>
          </p:cNvSpPr>
          <p:nvPr>
            <p:ph type="body" sz="half" idx="2"/>
          </p:nvPr>
        </p:nvSpPr>
        <p:spPr>
          <a:xfrm>
            <a:off x="839788" y="3977640"/>
            <a:ext cx="3932237" cy="2002536"/>
          </a:xfrm>
        </p:spPr>
        <p:txBody>
          <a:bodyPr>
            <a:normAutofit/>
          </a:bodyPr>
          <a:lstStyle>
            <a:lvl1pPr marL="0" indent="0">
              <a:buNone/>
              <a:defRPr sz="3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02BC39C3-81EB-4828-9AD3-2F1FAC521E63}"/>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4059376C-9810-49A5-BC9A-4E6A02175273}"/>
              </a:ext>
            </a:extLst>
          </p:cNvPr>
          <p:cNvSpPr>
            <a:spLocks noGrp="1"/>
          </p:cNvSpPr>
          <p:nvPr>
            <p:ph type="sldNum" sz="quarter" idx="12"/>
          </p:nvPr>
        </p:nvSpPr>
        <p:spPr/>
        <p:txBody>
          <a:bodyPr/>
          <a:lstStyle/>
          <a:p>
            <a:fld id="{2C18C1E5-FB55-42F5-BD6D-9CC153FCDBE6}" type="slidenum">
              <a:rPr lang="en-US" smtClean="0"/>
              <a:t>‹#›</a:t>
            </a:fld>
            <a:endParaRPr lang="en-US" dirty="0"/>
          </a:p>
        </p:txBody>
      </p:sp>
      <p:sp>
        <p:nvSpPr>
          <p:cNvPr id="8" name="Rectangle 6" descr="Tag=AccentColor&#10;Flavor=Light&#10;Target=FillAndLine">
            <a:extLst>
              <a:ext uri="{FF2B5EF4-FFF2-40B4-BE49-F238E27FC236}">
                <a16:creationId xmlns:a16="http://schemas.microsoft.com/office/drawing/2014/main" id="{B9F96F3A-E64D-4401-B02C-BCD5CAA97CFF}"/>
              </a:ext>
            </a:extLst>
          </p:cNvPr>
          <p:cNvSpPr/>
          <p:nvPr/>
        </p:nvSpPr>
        <p:spPr>
          <a:xfrm rot="5400000">
            <a:off x="2797492" y="3254143"/>
            <a:ext cx="4480560" cy="27432"/>
          </a:xfrm>
          <a:custGeom>
            <a:avLst/>
            <a:gdLst>
              <a:gd name="connsiteX0" fmla="*/ 0 w 4480560"/>
              <a:gd name="connsiteY0" fmla="*/ 0 h 27432"/>
              <a:gd name="connsiteX1" fmla="*/ 595274 w 4480560"/>
              <a:gd name="connsiteY1" fmla="*/ 0 h 27432"/>
              <a:gd name="connsiteX2" fmla="*/ 1100938 w 4480560"/>
              <a:gd name="connsiteY2" fmla="*/ 0 h 27432"/>
              <a:gd name="connsiteX3" fmla="*/ 1651406 w 4480560"/>
              <a:gd name="connsiteY3" fmla="*/ 0 h 27432"/>
              <a:gd name="connsiteX4" fmla="*/ 2336292 w 4480560"/>
              <a:gd name="connsiteY4" fmla="*/ 0 h 27432"/>
              <a:gd name="connsiteX5" fmla="*/ 2931566 w 4480560"/>
              <a:gd name="connsiteY5" fmla="*/ 0 h 27432"/>
              <a:gd name="connsiteX6" fmla="*/ 3482035 w 4480560"/>
              <a:gd name="connsiteY6" fmla="*/ 0 h 27432"/>
              <a:gd name="connsiteX7" fmla="*/ 4480560 w 4480560"/>
              <a:gd name="connsiteY7" fmla="*/ 0 h 27432"/>
              <a:gd name="connsiteX8" fmla="*/ 4480560 w 4480560"/>
              <a:gd name="connsiteY8" fmla="*/ 27432 h 27432"/>
              <a:gd name="connsiteX9" fmla="*/ 3840480 w 4480560"/>
              <a:gd name="connsiteY9" fmla="*/ 27432 h 27432"/>
              <a:gd name="connsiteX10" fmla="*/ 3290011 w 4480560"/>
              <a:gd name="connsiteY10" fmla="*/ 27432 h 27432"/>
              <a:gd name="connsiteX11" fmla="*/ 2560320 w 4480560"/>
              <a:gd name="connsiteY11" fmla="*/ 27432 h 27432"/>
              <a:gd name="connsiteX12" fmla="*/ 1965046 w 4480560"/>
              <a:gd name="connsiteY12" fmla="*/ 27432 h 27432"/>
              <a:gd name="connsiteX13" fmla="*/ 1459382 w 4480560"/>
              <a:gd name="connsiteY13" fmla="*/ 27432 h 27432"/>
              <a:gd name="connsiteX14" fmla="*/ 774497 w 4480560"/>
              <a:gd name="connsiteY14" fmla="*/ 27432 h 27432"/>
              <a:gd name="connsiteX15" fmla="*/ 0 w 4480560"/>
              <a:gd name="connsiteY15" fmla="*/ 27432 h 27432"/>
              <a:gd name="connsiteX16" fmla="*/ 0 w 4480560"/>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27432"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79587" y="8304"/>
                  <a:pt x="4480082" y="21512"/>
                  <a:pt x="4480560" y="27432"/>
                </a:cubicBezTo>
                <a:cubicBezTo>
                  <a:pt x="4314132" y="24068"/>
                  <a:pt x="4028383" y="45776"/>
                  <a:pt x="3840480" y="27432"/>
                </a:cubicBezTo>
                <a:cubicBezTo>
                  <a:pt x="3652577" y="9088"/>
                  <a:pt x="3547615" y="11992"/>
                  <a:pt x="3290011" y="27432"/>
                </a:cubicBezTo>
                <a:cubicBezTo>
                  <a:pt x="3032407" y="42872"/>
                  <a:pt x="2830268" y="17863"/>
                  <a:pt x="2560320" y="27432"/>
                </a:cubicBezTo>
                <a:cubicBezTo>
                  <a:pt x="2290372" y="37001"/>
                  <a:pt x="2147422" y="15872"/>
                  <a:pt x="1965046" y="27432"/>
                </a:cubicBezTo>
                <a:cubicBezTo>
                  <a:pt x="1782670" y="38992"/>
                  <a:pt x="1689791" y="49824"/>
                  <a:pt x="1459382" y="27432"/>
                </a:cubicBezTo>
                <a:cubicBezTo>
                  <a:pt x="1228973" y="5040"/>
                  <a:pt x="915486" y="45645"/>
                  <a:pt x="774497" y="27432"/>
                </a:cubicBezTo>
                <a:cubicBezTo>
                  <a:pt x="633508" y="9219"/>
                  <a:pt x="361442" y="-1963"/>
                  <a:pt x="0" y="27432"/>
                </a:cubicBezTo>
                <a:cubicBezTo>
                  <a:pt x="-1048" y="14992"/>
                  <a:pt x="-1120" y="7447"/>
                  <a:pt x="0" y="0"/>
                </a:cubicBezTo>
                <a:close/>
              </a:path>
              <a:path w="4480560" h="27432"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1045" y="9333"/>
                  <a:pt x="4481838" y="19699"/>
                  <a:pt x="4480560" y="27432"/>
                </a:cubicBezTo>
                <a:cubicBezTo>
                  <a:pt x="4279652" y="2294"/>
                  <a:pt x="4200762" y="50710"/>
                  <a:pt x="3930091" y="27432"/>
                </a:cubicBezTo>
                <a:cubicBezTo>
                  <a:pt x="3659420" y="4154"/>
                  <a:pt x="3456052" y="31438"/>
                  <a:pt x="3290011" y="27432"/>
                </a:cubicBezTo>
                <a:cubicBezTo>
                  <a:pt x="3123970" y="23426"/>
                  <a:pt x="2882392" y="41962"/>
                  <a:pt x="2649931" y="27432"/>
                </a:cubicBezTo>
                <a:cubicBezTo>
                  <a:pt x="2417470" y="12902"/>
                  <a:pt x="2238426" y="16481"/>
                  <a:pt x="2054657" y="27432"/>
                </a:cubicBezTo>
                <a:cubicBezTo>
                  <a:pt x="1870888" y="38383"/>
                  <a:pt x="1566368" y="54184"/>
                  <a:pt x="1324966" y="27432"/>
                </a:cubicBezTo>
                <a:cubicBezTo>
                  <a:pt x="1083564" y="680"/>
                  <a:pt x="787410" y="20090"/>
                  <a:pt x="595274" y="27432"/>
                </a:cubicBezTo>
                <a:cubicBezTo>
                  <a:pt x="403138" y="34774"/>
                  <a:pt x="169622" y="19643"/>
                  <a:pt x="0" y="27432"/>
                </a:cubicBezTo>
                <a:cubicBezTo>
                  <a:pt x="211" y="18145"/>
                  <a:pt x="120" y="6480"/>
                  <a:pt x="0" y="0"/>
                </a:cubicBezTo>
                <a:close/>
              </a:path>
            </a:pathLst>
          </a:custGeom>
          <a:solidFill>
            <a:schemeClr val="tx1"/>
          </a:solidFill>
          <a:ln w="4445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557142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37704-80BD-41B0-8395-41618EC3AFBC}"/>
              </a:ext>
            </a:extLst>
          </p:cNvPr>
          <p:cNvSpPr>
            <a:spLocks noGrp="1"/>
          </p:cNvSpPr>
          <p:nvPr>
            <p:ph type="title"/>
          </p:nvPr>
        </p:nvSpPr>
        <p:spPr>
          <a:xfrm>
            <a:off x="839788" y="457200"/>
            <a:ext cx="3931920" cy="3429000"/>
          </a:xfrm>
        </p:spPr>
        <p:txBody>
          <a:bodyPr anchor="b">
            <a:normAutofit/>
          </a:bodyPr>
          <a:lstStyle>
            <a:lvl1pPr>
              <a:defRPr sz="6000"/>
            </a:lvl1pPr>
          </a:lstStyle>
          <a:p>
            <a:r>
              <a:rPr lang="en-US"/>
              <a:t>Click to edit Master title style</a:t>
            </a:r>
          </a:p>
        </p:txBody>
      </p:sp>
      <p:sp>
        <p:nvSpPr>
          <p:cNvPr id="3" name="Picture Placeholder 2">
            <a:extLst>
              <a:ext uri="{FF2B5EF4-FFF2-40B4-BE49-F238E27FC236}">
                <a16:creationId xmlns:a16="http://schemas.microsoft.com/office/drawing/2014/main" id="{14DA4032-EC66-4974-BD30-898B60E4B562}"/>
              </a:ext>
            </a:extLst>
          </p:cNvPr>
          <p:cNvSpPr>
            <a:spLocks noGrp="1"/>
          </p:cNvSpPr>
          <p:nvPr>
            <p:ph type="pic" idx="1"/>
          </p:nvPr>
        </p:nvSpPr>
        <p:spPr>
          <a:xfrm>
            <a:off x="5303520" y="548640"/>
            <a:ext cx="6053328" cy="543153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921802D0-5574-4631-BA49-92362F8E40DC}"/>
              </a:ext>
            </a:extLst>
          </p:cNvPr>
          <p:cNvSpPr>
            <a:spLocks noGrp="1"/>
          </p:cNvSpPr>
          <p:nvPr>
            <p:ph type="body" sz="half" idx="2"/>
          </p:nvPr>
        </p:nvSpPr>
        <p:spPr>
          <a:xfrm>
            <a:off x="839788" y="3977640"/>
            <a:ext cx="3931920" cy="2002536"/>
          </a:xfrm>
        </p:spPr>
        <p:txBody>
          <a:bodyPr>
            <a:normAutofit/>
          </a:bodyPr>
          <a:lstStyle>
            <a:lvl1pPr marL="0" indent="0">
              <a:buNone/>
              <a:defRPr sz="3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D4FA8D36-8865-48E7-8249-ED729A5F709D}"/>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830F98C3-0B62-4361-8408-A01F70807CDB}"/>
              </a:ext>
            </a:extLst>
          </p:cNvPr>
          <p:cNvSpPr>
            <a:spLocks noGrp="1"/>
          </p:cNvSpPr>
          <p:nvPr>
            <p:ph type="sldNum" sz="quarter" idx="12"/>
          </p:nvPr>
        </p:nvSpPr>
        <p:spPr/>
        <p:txBody>
          <a:bodyPr/>
          <a:lstStyle/>
          <a:p>
            <a:fld id="{2C18C1E5-FB55-42F5-BD6D-9CC153FCDBE6}" type="slidenum">
              <a:rPr lang="en-US" smtClean="0"/>
              <a:t>‹#›</a:t>
            </a:fld>
            <a:endParaRPr lang="en-US" dirty="0"/>
          </a:p>
        </p:txBody>
      </p:sp>
      <p:sp>
        <p:nvSpPr>
          <p:cNvPr id="8" name="Rectangle 6" descr="Tag=AccentColor&#10;Flavor=Light&#10;Target=FillAndLine">
            <a:extLst>
              <a:ext uri="{FF2B5EF4-FFF2-40B4-BE49-F238E27FC236}">
                <a16:creationId xmlns:a16="http://schemas.microsoft.com/office/drawing/2014/main" id="{FE511AB6-FEAF-4549-BA88-0764BD10B63D}"/>
              </a:ext>
            </a:extLst>
          </p:cNvPr>
          <p:cNvSpPr/>
          <p:nvPr/>
        </p:nvSpPr>
        <p:spPr>
          <a:xfrm rot="5400000">
            <a:off x="2798064" y="3254143"/>
            <a:ext cx="4480560" cy="27432"/>
          </a:xfrm>
          <a:custGeom>
            <a:avLst/>
            <a:gdLst>
              <a:gd name="connsiteX0" fmla="*/ 0 w 4480560"/>
              <a:gd name="connsiteY0" fmla="*/ 0 h 27432"/>
              <a:gd name="connsiteX1" fmla="*/ 595274 w 4480560"/>
              <a:gd name="connsiteY1" fmla="*/ 0 h 27432"/>
              <a:gd name="connsiteX2" fmla="*/ 1100938 w 4480560"/>
              <a:gd name="connsiteY2" fmla="*/ 0 h 27432"/>
              <a:gd name="connsiteX3" fmla="*/ 1651406 w 4480560"/>
              <a:gd name="connsiteY3" fmla="*/ 0 h 27432"/>
              <a:gd name="connsiteX4" fmla="*/ 2336292 w 4480560"/>
              <a:gd name="connsiteY4" fmla="*/ 0 h 27432"/>
              <a:gd name="connsiteX5" fmla="*/ 2931566 w 4480560"/>
              <a:gd name="connsiteY5" fmla="*/ 0 h 27432"/>
              <a:gd name="connsiteX6" fmla="*/ 3482035 w 4480560"/>
              <a:gd name="connsiteY6" fmla="*/ 0 h 27432"/>
              <a:gd name="connsiteX7" fmla="*/ 4480560 w 4480560"/>
              <a:gd name="connsiteY7" fmla="*/ 0 h 27432"/>
              <a:gd name="connsiteX8" fmla="*/ 4480560 w 4480560"/>
              <a:gd name="connsiteY8" fmla="*/ 27432 h 27432"/>
              <a:gd name="connsiteX9" fmla="*/ 3840480 w 4480560"/>
              <a:gd name="connsiteY9" fmla="*/ 27432 h 27432"/>
              <a:gd name="connsiteX10" fmla="*/ 3290011 w 4480560"/>
              <a:gd name="connsiteY10" fmla="*/ 27432 h 27432"/>
              <a:gd name="connsiteX11" fmla="*/ 2560320 w 4480560"/>
              <a:gd name="connsiteY11" fmla="*/ 27432 h 27432"/>
              <a:gd name="connsiteX12" fmla="*/ 1965046 w 4480560"/>
              <a:gd name="connsiteY12" fmla="*/ 27432 h 27432"/>
              <a:gd name="connsiteX13" fmla="*/ 1459382 w 4480560"/>
              <a:gd name="connsiteY13" fmla="*/ 27432 h 27432"/>
              <a:gd name="connsiteX14" fmla="*/ 774497 w 4480560"/>
              <a:gd name="connsiteY14" fmla="*/ 27432 h 27432"/>
              <a:gd name="connsiteX15" fmla="*/ 0 w 4480560"/>
              <a:gd name="connsiteY15" fmla="*/ 27432 h 27432"/>
              <a:gd name="connsiteX16" fmla="*/ 0 w 4480560"/>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27432"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79587" y="8304"/>
                  <a:pt x="4480082" y="21512"/>
                  <a:pt x="4480560" y="27432"/>
                </a:cubicBezTo>
                <a:cubicBezTo>
                  <a:pt x="4314132" y="24068"/>
                  <a:pt x="4028383" y="45776"/>
                  <a:pt x="3840480" y="27432"/>
                </a:cubicBezTo>
                <a:cubicBezTo>
                  <a:pt x="3652577" y="9088"/>
                  <a:pt x="3547615" y="11992"/>
                  <a:pt x="3290011" y="27432"/>
                </a:cubicBezTo>
                <a:cubicBezTo>
                  <a:pt x="3032407" y="42872"/>
                  <a:pt x="2830268" y="17863"/>
                  <a:pt x="2560320" y="27432"/>
                </a:cubicBezTo>
                <a:cubicBezTo>
                  <a:pt x="2290372" y="37001"/>
                  <a:pt x="2147422" y="15872"/>
                  <a:pt x="1965046" y="27432"/>
                </a:cubicBezTo>
                <a:cubicBezTo>
                  <a:pt x="1782670" y="38992"/>
                  <a:pt x="1689791" y="49824"/>
                  <a:pt x="1459382" y="27432"/>
                </a:cubicBezTo>
                <a:cubicBezTo>
                  <a:pt x="1228973" y="5040"/>
                  <a:pt x="915486" y="45645"/>
                  <a:pt x="774497" y="27432"/>
                </a:cubicBezTo>
                <a:cubicBezTo>
                  <a:pt x="633508" y="9219"/>
                  <a:pt x="361442" y="-1963"/>
                  <a:pt x="0" y="27432"/>
                </a:cubicBezTo>
                <a:cubicBezTo>
                  <a:pt x="-1048" y="14992"/>
                  <a:pt x="-1120" y="7447"/>
                  <a:pt x="0" y="0"/>
                </a:cubicBezTo>
                <a:close/>
              </a:path>
              <a:path w="4480560" h="27432"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1045" y="9333"/>
                  <a:pt x="4481838" y="19699"/>
                  <a:pt x="4480560" y="27432"/>
                </a:cubicBezTo>
                <a:cubicBezTo>
                  <a:pt x="4279652" y="2294"/>
                  <a:pt x="4200762" y="50710"/>
                  <a:pt x="3930091" y="27432"/>
                </a:cubicBezTo>
                <a:cubicBezTo>
                  <a:pt x="3659420" y="4154"/>
                  <a:pt x="3456052" y="31438"/>
                  <a:pt x="3290011" y="27432"/>
                </a:cubicBezTo>
                <a:cubicBezTo>
                  <a:pt x="3123970" y="23426"/>
                  <a:pt x="2882392" y="41962"/>
                  <a:pt x="2649931" y="27432"/>
                </a:cubicBezTo>
                <a:cubicBezTo>
                  <a:pt x="2417470" y="12902"/>
                  <a:pt x="2238426" y="16481"/>
                  <a:pt x="2054657" y="27432"/>
                </a:cubicBezTo>
                <a:cubicBezTo>
                  <a:pt x="1870888" y="38383"/>
                  <a:pt x="1566368" y="54184"/>
                  <a:pt x="1324966" y="27432"/>
                </a:cubicBezTo>
                <a:cubicBezTo>
                  <a:pt x="1083564" y="680"/>
                  <a:pt x="787410" y="20090"/>
                  <a:pt x="595274" y="27432"/>
                </a:cubicBezTo>
                <a:cubicBezTo>
                  <a:pt x="403138" y="34774"/>
                  <a:pt x="169622" y="19643"/>
                  <a:pt x="0" y="27432"/>
                </a:cubicBezTo>
                <a:cubicBezTo>
                  <a:pt x="211" y="18145"/>
                  <a:pt x="120" y="6480"/>
                  <a:pt x="0" y="0"/>
                </a:cubicBezTo>
                <a:close/>
              </a:path>
            </a:pathLst>
          </a:custGeom>
          <a:solidFill>
            <a:schemeClr val="tx1"/>
          </a:solidFill>
          <a:ln w="4445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5563121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72D13B-FFCB-4650-AD3C-CB50373525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0CA9470-DF15-46A1-BF0E-8A5367A4B0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3047CB-E94D-482F-BACA-681E96C0EC2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600">
                <a:solidFill>
                  <a:schemeClr val="tx1"/>
                </a:solidFill>
              </a:defRPr>
            </a:lvl1pPr>
          </a:lstStyle>
          <a:p>
            <a:r>
              <a:rPr lang="en-US" dirty="0"/>
              <a:t>9/3/20XX</a:t>
            </a:r>
          </a:p>
        </p:txBody>
      </p:sp>
      <p:sp>
        <p:nvSpPr>
          <p:cNvPr id="5" name="Footer Placeholder 4">
            <a:extLst>
              <a:ext uri="{FF2B5EF4-FFF2-40B4-BE49-F238E27FC236}">
                <a16:creationId xmlns:a16="http://schemas.microsoft.com/office/drawing/2014/main" id="{2CFDA4B5-E797-42FC-8B7A-2294DF24A3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600">
                <a:solidFill>
                  <a:schemeClr val="tx1"/>
                </a:solidFill>
              </a:defRPr>
            </a:lvl1pPr>
          </a:lstStyle>
          <a:p>
            <a:r>
              <a:rPr lang="en-US" dirty="0">
                <a:solidFill>
                  <a:schemeClr val="tx1"/>
                </a:solidFill>
              </a:rPr>
              <a:t>Presentation Title</a:t>
            </a:r>
          </a:p>
        </p:txBody>
      </p:sp>
      <p:sp>
        <p:nvSpPr>
          <p:cNvPr id="6" name="Slide Number Placeholder 5">
            <a:extLst>
              <a:ext uri="{FF2B5EF4-FFF2-40B4-BE49-F238E27FC236}">
                <a16:creationId xmlns:a16="http://schemas.microsoft.com/office/drawing/2014/main" id="{678ED201-6D0E-422C-B4EC-566A3DC298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600">
                <a:solidFill>
                  <a:schemeClr val="tx1"/>
                </a:solidFill>
              </a:defRPr>
            </a:lvl1pPr>
          </a:lstStyle>
          <a:p>
            <a:fld id="{2C18C1E5-FB55-42F5-BD6D-9CC153FCDBE6}" type="slidenum">
              <a:rPr lang="en-US" smtClean="0"/>
              <a:pPr/>
              <a:t>‹#›</a:t>
            </a:fld>
            <a:endParaRPr lang="en-US" dirty="0"/>
          </a:p>
        </p:txBody>
      </p:sp>
    </p:spTree>
    <p:extLst>
      <p:ext uri="{BB962C8B-B14F-4D97-AF65-F5344CB8AC3E}">
        <p14:creationId xmlns:p14="http://schemas.microsoft.com/office/powerpoint/2010/main" val="2895883312"/>
      </p:ext>
    </p:extLst>
  </p:cSld>
  <p:clrMap bg1="lt1" tx1="dk1" bg2="lt2" tx2="dk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44" r:id="rId5"/>
    <p:sldLayoutId id="2147483751" r:id="rId6"/>
    <p:sldLayoutId id="2147483752" r:id="rId7"/>
    <p:sldLayoutId id="2147483753" r:id="rId8"/>
    <p:sldLayoutId id="2147483724" r:id="rId9"/>
    <p:sldLayoutId id="2147483737" r:id="rId10"/>
    <p:sldLayoutId id="2147483755" r:id="rId11"/>
    <p:sldLayoutId id="2147483754" r:id="rId12"/>
    <p:sldLayoutId id="2147483756" r:id="rId13"/>
    <p:sldLayoutId id="2147483739" r:id="rId14"/>
    <p:sldLayoutId id="2147483740" r:id="rId15"/>
    <p:sldLayoutId id="2147483741" r:id="rId16"/>
  </p:sldLayoutIdLst>
  <p:hf hdr="0"/>
  <p:txStyles>
    <p:titleStyle>
      <a:lvl1pPr algn="l" defTabSz="914400" rtl="0" eaLnBrk="1" latinLnBrk="0" hangingPunct="1">
        <a:lnSpc>
          <a:spcPct val="100000"/>
        </a:lnSpc>
        <a:spcBef>
          <a:spcPct val="0"/>
        </a:spcBef>
        <a:buNone/>
        <a:defRPr sz="72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3" Type="http://schemas.openxmlformats.org/officeDocument/2006/relationships/hyperlink" Target="https://blog.dharmikvibes.com/p/648907-temples-a-state-wise-breakdown-india?utm_source=chatgpt.com" TargetMode="External"/><Relationship Id="rId2" Type="http://schemas.openxmlformats.org/officeDocument/2006/relationships/hyperlink" Target="https://en.wikipedia.org/wiki/Religion_in_India?utm_source=chatgpt.com-" TargetMode="Externa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8" Type="http://schemas.openxmlformats.org/officeDocument/2006/relationships/hyperlink" Target="https://www.facebook.com/share/12KUpJeCKQX/" TargetMode="External"/><Relationship Id="rId13" Type="http://schemas.openxmlformats.org/officeDocument/2006/relationships/image" Target="../media/image15.png"/><Relationship Id="rId3" Type="http://schemas.openxmlformats.org/officeDocument/2006/relationships/image" Target="../media/image10.jpeg"/><Relationship Id="rId7" Type="http://schemas.openxmlformats.org/officeDocument/2006/relationships/hyperlink" Target="https://pixabay.com/de/vectors/youtube-videos-rot-1623577/" TargetMode="External"/><Relationship Id="rId12" Type="http://schemas.openxmlformats.org/officeDocument/2006/relationships/image" Target="../media/image14.png"/><Relationship Id="rId2" Type="http://schemas.openxmlformats.org/officeDocument/2006/relationships/hyperlink" Target="https://www.instagram.com/mangal__bhav/" TargetMode="External"/><Relationship Id="rId1" Type="http://schemas.openxmlformats.org/officeDocument/2006/relationships/slideLayout" Target="../slideLayouts/slideLayout4.xml"/><Relationship Id="rId6" Type="http://schemas.openxmlformats.org/officeDocument/2006/relationships/image" Target="../media/image11.png"/><Relationship Id="rId11" Type="http://schemas.openxmlformats.org/officeDocument/2006/relationships/image" Target="../media/image13.png"/><Relationship Id="rId5" Type="http://schemas.openxmlformats.org/officeDocument/2006/relationships/hyperlink" Target="https://www.youtube.com/@Mangal_Bhav" TargetMode="External"/><Relationship Id="rId10" Type="http://schemas.openxmlformats.org/officeDocument/2006/relationships/hyperlink" Target="https://pixabay.com/de/photos/facebook-social-media-kommunikation-2815970/" TargetMode="External"/><Relationship Id="rId4" Type="http://schemas.openxmlformats.org/officeDocument/2006/relationships/hyperlink" Target="https://theculinarychronicles.com/2016/03/20/chocolate-and-peanut-butter-macarons-happy-macaron-day/" TargetMode="External"/><Relationship Id="rId9" Type="http://schemas.openxmlformats.org/officeDocument/2006/relationships/image" Target="../media/image12.jpeg"/><Relationship Id="rId1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14.xml"/><Relationship Id="rId4" Type="http://schemas.openxmlformats.org/officeDocument/2006/relationships/image" Target="../media/image19.jpeg"/></Relationships>
</file>

<file path=ppt/slides/_rels/slide12.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57F69E0-C4B0-4BEC-A689-4F8D877F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silhouette of a building with a sunset behind it">
            <a:extLst>
              <a:ext uri="{FF2B5EF4-FFF2-40B4-BE49-F238E27FC236}">
                <a16:creationId xmlns:a16="http://schemas.microsoft.com/office/drawing/2014/main" id="{2EA1B491-3702-6F04-C4A6-68A6281468C0}"/>
              </a:ext>
            </a:extLst>
          </p:cNvPr>
          <p:cNvPicPr>
            <a:picLocks noChangeAspect="1"/>
          </p:cNvPicPr>
          <p:nvPr/>
        </p:nvPicPr>
        <p:blipFill>
          <a:blip r:embed="rId2">
            <a:alphaModFix/>
          </a:blip>
          <a:srcRect t="37279" b="19960"/>
          <a:stretch/>
        </p:blipFill>
        <p:spPr>
          <a:xfrm>
            <a:off x="20" y="10"/>
            <a:ext cx="12188930" cy="6857990"/>
          </a:xfrm>
          <a:prstGeom prst="rect">
            <a:avLst/>
          </a:prstGeom>
        </p:spPr>
      </p:pic>
      <p:sp>
        <p:nvSpPr>
          <p:cNvPr id="11" name="Rectangle 10">
            <a:extLst>
              <a:ext uri="{FF2B5EF4-FFF2-40B4-BE49-F238E27FC236}">
                <a16:creationId xmlns:a16="http://schemas.microsoft.com/office/drawing/2014/main" id="{8F51725E-A483-43B2-A6F2-C44F502FE0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937549"/>
            <a:ext cx="12191999" cy="5058137"/>
          </a:xfrm>
          <a:prstGeom prst="rect">
            <a:avLst/>
          </a:prstGeom>
          <a:gradFill flip="none" rotWithShape="1">
            <a:gsLst>
              <a:gs pos="50000">
                <a:schemeClr val="tx1">
                  <a:alpha val="30000"/>
                </a:schemeClr>
              </a:gs>
              <a:gs pos="80000">
                <a:schemeClr val="tx1">
                  <a:alpha val="15000"/>
                </a:schemeClr>
              </a:gs>
              <a:gs pos="0">
                <a:schemeClr val="tx1">
                  <a:alpha val="0"/>
                </a:schemeClr>
              </a:gs>
              <a:gs pos="20000">
                <a:schemeClr val="tx1">
                  <a:alpha val="15000"/>
                </a:schemeClr>
              </a:gs>
              <a:gs pos="100000">
                <a:schemeClr val="tx1">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531B3DD-35BD-42F7-9AD7-7F3402B2623E}"/>
              </a:ext>
            </a:extLst>
          </p:cNvPr>
          <p:cNvSpPr>
            <a:spLocks noGrp="1"/>
          </p:cNvSpPr>
          <p:nvPr>
            <p:ph type="ctrTitle"/>
          </p:nvPr>
        </p:nvSpPr>
        <p:spPr>
          <a:xfrm>
            <a:off x="626165" y="1121466"/>
            <a:ext cx="10717696" cy="3063240"/>
          </a:xfrm>
        </p:spPr>
        <p:txBody>
          <a:bodyPr>
            <a:normAutofit/>
          </a:bodyPr>
          <a:lstStyle/>
          <a:p>
            <a:r>
              <a:rPr lang="en-US" sz="9600" b="1" dirty="0">
                <a:latin typeface="Times New Roman" panose="02020603050405020304" pitchFamily="18" charset="0"/>
                <a:ea typeface="Arimo Bold"/>
                <a:cs typeface="Times New Roman" panose="02020603050405020304" pitchFamily="18" charset="0"/>
                <a:sym typeface="Arimo Bold"/>
              </a:rPr>
              <a:t>MANGAL</a:t>
            </a:r>
            <a:r>
              <a:rPr lang="en-US" sz="9600" b="1" dirty="0">
                <a:solidFill>
                  <a:srgbClr val="FF0000"/>
                </a:solidFill>
                <a:latin typeface="Times New Roman" panose="02020603050405020304" pitchFamily="18" charset="0"/>
                <a:ea typeface="Arimo Bold"/>
                <a:cs typeface="Times New Roman" panose="02020603050405020304" pitchFamily="18" charset="0"/>
                <a:sym typeface="Arimo Bold"/>
              </a:rPr>
              <a:t>.</a:t>
            </a:r>
            <a:r>
              <a:rPr lang="en-US" sz="9600" b="1" dirty="0">
                <a:latin typeface="Times New Roman" panose="02020603050405020304" pitchFamily="18" charset="0"/>
                <a:ea typeface="Arimo Bold"/>
                <a:cs typeface="Times New Roman" panose="02020603050405020304" pitchFamily="18" charset="0"/>
                <a:sym typeface="Arimo Bold"/>
              </a:rPr>
              <a:t>BHAV</a:t>
            </a:r>
            <a:endParaRPr lang="en-US" sz="96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AF5A2D86-784C-417D-9AD4-AF18311FBC6D}"/>
              </a:ext>
            </a:extLst>
          </p:cNvPr>
          <p:cNvSpPr>
            <a:spLocks noGrp="1"/>
          </p:cNvSpPr>
          <p:nvPr>
            <p:ph type="subTitle" idx="1"/>
          </p:nvPr>
        </p:nvSpPr>
        <p:spPr>
          <a:xfrm>
            <a:off x="810039" y="4596888"/>
            <a:ext cx="10568874" cy="1536192"/>
          </a:xfrm>
        </p:spPr>
        <p:txBody>
          <a:bodyPr>
            <a:normAutofit/>
          </a:bodyPr>
          <a:lstStyle/>
          <a:p>
            <a:r>
              <a:rPr lang="en-US" b="1" dirty="0">
                <a:latin typeface="Times New Roman" panose="02020603050405020304" pitchFamily="18" charset="0"/>
                <a:ea typeface="Arimo Bold"/>
                <a:cs typeface="Times New Roman" panose="02020603050405020304" pitchFamily="18" charset="0"/>
                <a:sym typeface="Arimo Bold"/>
              </a:rPr>
              <a:t>Empowering religious entities through digital innovation.</a:t>
            </a:r>
            <a:endParaRPr lang="en-IN" dirty="0">
              <a:latin typeface="Times New Roman" panose="02020603050405020304" pitchFamily="18" charset="0"/>
              <a:cs typeface="Times New Roman" panose="02020603050405020304" pitchFamily="18" charset="0"/>
            </a:endParaRPr>
          </a:p>
        </p:txBody>
      </p:sp>
      <p:sp>
        <p:nvSpPr>
          <p:cNvPr id="13" name="Rectangle 6">
            <a:extLst>
              <a:ext uri="{FF2B5EF4-FFF2-40B4-BE49-F238E27FC236}">
                <a16:creationId xmlns:a16="http://schemas.microsoft.com/office/drawing/2014/main" id="{9F6380B4-6A1C-481E-8408-B4E6C75B9B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36862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bg1"/>
          </a:solidFill>
          <a:ln w="38100" cap="rnd">
            <a:solidFill>
              <a:schemeClr val="bg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657736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64A1D1-DD07-4DD2-A527-4B1F52D6AB78}"/>
              </a:ext>
            </a:extLst>
          </p:cNvPr>
          <p:cNvSpPr>
            <a:spLocks noGrp="1"/>
          </p:cNvSpPr>
          <p:nvPr>
            <p:ph type="title"/>
          </p:nvPr>
        </p:nvSpPr>
        <p:spPr>
          <a:xfrm>
            <a:off x="6983671" y="743009"/>
            <a:ext cx="4178808" cy="5568696"/>
          </a:xfrm>
        </p:spPr>
        <p:txBody>
          <a:bodyPr/>
          <a:lstStyle/>
          <a:p>
            <a:pPr algn="ctr"/>
            <a:r>
              <a:rPr lang="en-IN" sz="6000" dirty="0">
                <a:solidFill>
                  <a:schemeClr val="bg1"/>
                </a:solidFill>
                <a:latin typeface="Times New Roman" panose="02020603050405020304" pitchFamily="18" charset="0"/>
                <a:cs typeface="Times New Roman" panose="02020603050405020304" pitchFamily="18" charset="0"/>
              </a:rPr>
              <a:t>Index</a:t>
            </a:r>
            <a:r>
              <a:rPr lang="en-IN" sz="4400" dirty="0">
                <a:latin typeface="Times New Roman" panose="02020603050405020304" pitchFamily="18" charset="0"/>
                <a:cs typeface="Times New Roman" panose="02020603050405020304" pitchFamily="18" charset="0"/>
              </a:rPr>
              <a:t> </a:t>
            </a:r>
            <a:endParaRPr lang="en-US" sz="44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17E8896-AA49-4FBF-8BB1-9480E622D5AF}"/>
              </a:ext>
            </a:extLst>
          </p:cNvPr>
          <p:cNvSpPr>
            <a:spLocks noGrp="1"/>
          </p:cNvSpPr>
          <p:nvPr>
            <p:ph idx="1"/>
          </p:nvPr>
        </p:nvSpPr>
        <p:spPr>
          <a:xfrm>
            <a:off x="373732" y="1560927"/>
            <a:ext cx="4992624" cy="4251960"/>
          </a:xfrm>
        </p:spPr>
        <p:txBody>
          <a:bodyPr>
            <a:normAutofit fontScale="25000" lnSpcReduction="20000"/>
          </a:bodyPr>
          <a:lstStyle/>
          <a:p>
            <a:pPr>
              <a:buFont typeface="Wingdings" panose="05000000000000000000" pitchFamily="2" charset="2"/>
              <a:buChar char="q"/>
            </a:pPr>
            <a:r>
              <a:rPr lang="en-US" sz="12000" dirty="0">
                <a:solidFill>
                  <a:schemeClr val="tx1"/>
                </a:solidFill>
                <a:latin typeface="Times New Roman" panose="02020603050405020304" pitchFamily="18" charset="0"/>
                <a:cs typeface="Times New Roman" panose="02020603050405020304" pitchFamily="18" charset="0"/>
              </a:rPr>
              <a:t>Executive Summary</a:t>
            </a:r>
          </a:p>
          <a:p>
            <a:pPr>
              <a:buFont typeface="Wingdings" panose="05000000000000000000" pitchFamily="2" charset="2"/>
              <a:buChar char="q"/>
            </a:pPr>
            <a:r>
              <a:rPr lang="en-US" sz="12000" dirty="0">
                <a:solidFill>
                  <a:schemeClr val="tx1"/>
                </a:solidFill>
                <a:latin typeface="Times New Roman" panose="02020603050405020304" pitchFamily="18" charset="0"/>
                <a:cs typeface="Times New Roman" panose="02020603050405020304" pitchFamily="18" charset="0"/>
              </a:rPr>
              <a:t>Problem Statement</a:t>
            </a:r>
          </a:p>
          <a:p>
            <a:pPr>
              <a:buFont typeface="Wingdings" panose="05000000000000000000" pitchFamily="2" charset="2"/>
              <a:buChar char="q"/>
            </a:pPr>
            <a:r>
              <a:rPr lang="en-US" sz="12000" dirty="0">
                <a:solidFill>
                  <a:schemeClr val="tx1"/>
                </a:solidFill>
                <a:latin typeface="Times New Roman" panose="02020603050405020304" pitchFamily="18" charset="0"/>
                <a:cs typeface="Times New Roman" panose="02020603050405020304" pitchFamily="18" charset="0"/>
              </a:rPr>
              <a:t>Problem Definition </a:t>
            </a:r>
          </a:p>
          <a:p>
            <a:pPr>
              <a:buFont typeface="Wingdings" panose="05000000000000000000" pitchFamily="2" charset="2"/>
              <a:buChar char="q"/>
            </a:pPr>
            <a:r>
              <a:rPr lang="en-US" sz="12000" dirty="0">
                <a:solidFill>
                  <a:schemeClr val="tx1"/>
                </a:solidFill>
                <a:latin typeface="Times New Roman" panose="02020603050405020304" pitchFamily="18" charset="0"/>
                <a:cs typeface="Times New Roman" panose="02020603050405020304" pitchFamily="18" charset="0"/>
              </a:rPr>
              <a:t>Mangal Bhav Solutions </a:t>
            </a:r>
          </a:p>
          <a:p>
            <a:pPr>
              <a:buFont typeface="Wingdings" panose="05000000000000000000" pitchFamily="2" charset="2"/>
              <a:buChar char="q"/>
            </a:pPr>
            <a:r>
              <a:rPr lang="en-US" sz="12000" dirty="0">
                <a:solidFill>
                  <a:schemeClr val="tx1"/>
                </a:solidFill>
                <a:latin typeface="Times New Roman" panose="02020603050405020304" pitchFamily="18" charset="0"/>
                <a:cs typeface="Times New Roman" panose="02020603050405020304" pitchFamily="18" charset="0"/>
              </a:rPr>
              <a:t>Market size </a:t>
            </a:r>
          </a:p>
          <a:p>
            <a:pPr>
              <a:buFont typeface="Wingdings" panose="05000000000000000000" pitchFamily="2" charset="2"/>
              <a:buChar char="q"/>
            </a:pPr>
            <a:r>
              <a:rPr lang="en-US" sz="12000" dirty="0">
                <a:solidFill>
                  <a:schemeClr val="tx1"/>
                </a:solidFill>
                <a:latin typeface="Times New Roman" panose="02020603050405020304" pitchFamily="18" charset="0"/>
                <a:cs typeface="Times New Roman" panose="02020603050405020304" pitchFamily="18" charset="0"/>
              </a:rPr>
              <a:t>Pre-launch activities </a:t>
            </a:r>
          </a:p>
          <a:p>
            <a:endParaRPr lang="en-IN" sz="12000" dirty="0">
              <a:solidFill>
                <a:schemeClr val="tx1"/>
              </a:solidFill>
              <a:latin typeface="Times New Roman" panose="02020603050405020304" pitchFamily="18" charset="0"/>
              <a:cs typeface="Times New Roman" panose="02020603050405020304" pitchFamily="18" charset="0"/>
            </a:endParaRPr>
          </a:p>
          <a:p>
            <a:pPr lvl="0"/>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428429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DD1931-9E86-4402-9A68-33A2D9EFB1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199" y="1709928"/>
            <a:ext cx="105156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useBgFill="1">
        <p:nvSpPr>
          <p:cNvPr id="13" name="Rectangle 12">
            <a:extLst>
              <a:ext uri="{FF2B5EF4-FFF2-40B4-BE49-F238E27FC236}">
                <a16:creationId xmlns:a16="http://schemas.microsoft.com/office/drawing/2014/main" id="{745DEEED-BE3A-4307-800A-45F555B51C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F5C73706-35AD-4797-B796-D806B8FE5A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5006297" cy="6858000"/>
          </a:xfrm>
          <a:custGeom>
            <a:avLst/>
            <a:gdLst>
              <a:gd name="connsiteX0" fmla="*/ 5006297 w 5006297"/>
              <a:gd name="connsiteY0" fmla="*/ 0 h 6858000"/>
              <a:gd name="connsiteX1" fmla="*/ 1229608 w 5006297"/>
              <a:gd name="connsiteY1" fmla="*/ 0 h 6858000"/>
              <a:gd name="connsiteX2" fmla="*/ 1128285 w 5006297"/>
              <a:gd name="connsiteY2" fmla="*/ 156518 h 6858000"/>
              <a:gd name="connsiteX3" fmla="*/ 768782 w 5006297"/>
              <a:gd name="connsiteY3" fmla="*/ 825746 h 6858000"/>
              <a:gd name="connsiteX4" fmla="*/ 743290 w 5006297"/>
              <a:gd name="connsiteY4" fmla="*/ 860183 h 6858000"/>
              <a:gd name="connsiteX5" fmla="*/ 787138 w 5006297"/>
              <a:gd name="connsiteY5" fmla="*/ 756243 h 6858000"/>
              <a:gd name="connsiteX6" fmla="*/ 980544 w 5006297"/>
              <a:gd name="connsiteY6" fmla="*/ 339016 h 6858000"/>
              <a:gd name="connsiteX7" fmla="*/ 1161966 w 5006297"/>
              <a:gd name="connsiteY7" fmla="*/ 0 h 6858000"/>
              <a:gd name="connsiteX8" fmla="*/ 1104491 w 5006297"/>
              <a:gd name="connsiteY8" fmla="*/ 0 h 6858000"/>
              <a:gd name="connsiteX9" fmla="*/ 993044 w 5006297"/>
              <a:gd name="connsiteY9" fmla="*/ 204247 h 6858000"/>
              <a:gd name="connsiteX10" fmla="*/ 494731 w 5006297"/>
              <a:gd name="connsiteY10" fmla="*/ 1375322 h 6858000"/>
              <a:gd name="connsiteX11" fmla="*/ 46559 w 5006297"/>
              <a:gd name="connsiteY11" fmla="*/ 3329787 h 6858000"/>
              <a:gd name="connsiteX12" fmla="*/ 12272 w 5006297"/>
              <a:gd name="connsiteY12" fmla="*/ 4352595 h 6858000"/>
              <a:gd name="connsiteX13" fmla="*/ 171094 w 5006297"/>
              <a:gd name="connsiteY13" fmla="*/ 5544543 h 6858000"/>
              <a:gd name="connsiteX14" fmla="*/ 538125 w 5006297"/>
              <a:gd name="connsiteY14" fmla="*/ 6816123 h 6858000"/>
              <a:gd name="connsiteX15" fmla="*/ 555724 w 5006297"/>
              <a:gd name="connsiteY15" fmla="*/ 6858000 h 6858000"/>
              <a:gd name="connsiteX16" fmla="*/ 608303 w 5006297"/>
              <a:gd name="connsiteY16" fmla="*/ 6858000 h 6858000"/>
              <a:gd name="connsiteX17" fmla="*/ 596366 w 5006297"/>
              <a:gd name="connsiteY17" fmla="*/ 6829337 h 6858000"/>
              <a:gd name="connsiteX18" fmla="*/ 364843 w 5006297"/>
              <a:gd name="connsiteY18" fmla="*/ 6132604 h 6858000"/>
              <a:gd name="connsiteX19" fmla="*/ 213412 w 5006297"/>
              <a:gd name="connsiteY19" fmla="*/ 5505676 h 6858000"/>
              <a:gd name="connsiteX20" fmla="*/ 211628 w 5006297"/>
              <a:gd name="connsiteY20" fmla="*/ 5472254 h 6858000"/>
              <a:gd name="connsiteX21" fmla="*/ 311945 w 5006297"/>
              <a:gd name="connsiteY21" fmla="*/ 5821167 h 6858000"/>
              <a:gd name="connsiteX22" fmla="*/ 623960 w 5006297"/>
              <a:gd name="connsiteY22" fmla="*/ 6658826 h 6858000"/>
              <a:gd name="connsiteX23" fmla="*/ 717350 w 5006297"/>
              <a:gd name="connsiteY23" fmla="*/ 6858000 h 6858000"/>
              <a:gd name="connsiteX24" fmla="*/ 5006297 w 5006297"/>
              <a:gd name="connsiteY2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006297" h="6858000">
                <a:moveTo>
                  <a:pt x="5006297" y="0"/>
                </a:moveTo>
                <a:lnTo>
                  <a:pt x="1229608" y="0"/>
                </a:lnTo>
                <a:lnTo>
                  <a:pt x="1128285" y="156518"/>
                </a:lnTo>
                <a:cubicBezTo>
                  <a:pt x="996915" y="372642"/>
                  <a:pt x="877575" y="596029"/>
                  <a:pt x="768782" y="825746"/>
                </a:cubicBezTo>
                <a:cubicBezTo>
                  <a:pt x="763429" y="839224"/>
                  <a:pt x="754646" y="851089"/>
                  <a:pt x="743290" y="860183"/>
                </a:cubicBezTo>
                <a:cubicBezTo>
                  <a:pt x="757948" y="825621"/>
                  <a:pt x="772224" y="790805"/>
                  <a:pt x="787138" y="756243"/>
                </a:cubicBezTo>
                <a:cubicBezTo>
                  <a:pt x="848067" y="615114"/>
                  <a:pt x="912406" y="475964"/>
                  <a:pt x="980544" y="339016"/>
                </a:cubicBezTo>
                <a:lnTo>
                  <a:pt x="1161966" y="0"/>
                </a:lnTo>
                <a:lnTo>
                  <a:pt x="1104491" y="0"/>
                </a:lnTo>
                <a:lnTo>
                  <a:pt x="993044" y="204247"/>
                </a:lnTo>
                <a:cubicBezTo>
                  <a:pt x="798291" y="579761"/>
                  <a:pt x="634561" y="971401"/>
                  <a:pt x="494731" y="1375322"/>
                </a:cubicBezTo>
                <a:cubicBezTo>
                  <a:pt x="277072" y="2009491"/>
                  <a:pt x="126862" y="2664550"/>
                  <a:pt x="46559" y="3329787"/>
                </a:cubicBezTo>
                <a:cubicBezTo>
                  <a:pt x="4496" y="3670216"/>
                  <a:pt x="-14242" y="4010141"/>
                  <a:pt x="12272" y="4352595"/>
                </a:cubicBezTo>
                <a:cubicBezTo>
                  <a:pt x="43627" y="4752907"/>
                  <a:pt x="90918" y="5150814"/>
                  <a:pt x="171094" y="5544543"/>
                </a:cubicBezTo>
                <a:cubicBezTo>
                  <a:pt x="259524" y="5979227"/>
                  <a:pt x="379573" y="6403657"/>
                  <a:pt x="538125" y="6816123"/>
                </a:cubicBezTo>
                <a:lnTo>
                  <a:pt x="555724" y="6858000"/>
                </a:lnTo>
                <a:lnTo>
                  <a:pt x="608303" y="6858000"/>
                </a:lnTo>
                <a:lnTo>
                  <a:pt x="596366" y="6829337"/>
                </a:lnTo>
                <a:cubicBezTo>
                  <a:pt x="508696" y="6602484"/>
                  <a:pt x="431985" y="6369981"/>
                  <a:pt x="364843" y="6132604"/>
                </a:cubicBezTo>
                <a:cubicBezTo>
                  <a:pt x="306463" y="5925865"/>
                  <a:pt x="263378" y="5714822"/>
                  <a:pt x="213412" y="5505676"/>
                </a:cubicBezTo>
                <a:cubicBezTo>
                  <a:pt x="212231" y="5494574"/>
                  <a:pt x="211637" y="5483421"/>
                  <a:pt x="211628" y="5472254"/>
                </a:cubicBezTo>
                <a:cubicBezTo>
                  <a:pt x="248210" y="5599108"/>
                  <a:pt x="277401" y="5710897"/>
                  <a:pt x="311945" y="5821167"/>
                </a:cubicBezTo>
                <a:cubicBezTo>
                  <a:pt x="401999" y="6108329"/>
                  <a:pt x="505868" y="6387643"/>
                  <a:pt x="623960" y="6658826"/>
                </a:cubicBezTo>
                <a:lnTo>
                  <a:pt x="717350" y="6858000"/>
                </a:lnTo>
                <a:lnTo>
                  <a:pt x="5006297" y="6858000"/>
                </a:lnTo>
                <a:close/>
              </a:path>
            </a:pathLst>
          </a:custGeom>
          <a:solidFill>
            <a:schemeClr val="accent1"/>
          </a:solidFill>
          <a:ln w="6857" cap="flat">
            <a:noFill/>
            <a:prstDash val="solid"/>
            <a:miter/>
          </a:ln>
        </p:spPr>
        <p:txBody>
          <a:bodyPr wrap="square" rtlCol="0" anchor="ctr">
            <a:noAutofit/>
          </a:bodyPr>
          <a:lstStyle/>
          <a:p>
            <a:endParaRPr lang="en-US"/>
          </a:p>
        </p:txBody>
      </p:sp>
      <p:sp>
        <p:nvSpPr>
          <p:cNvPr id="4" name="Title 3">
            <a:extLst>
              <a:ext uri="{FF2B5EF4-FFF2-40B4-BE49-F238E27FC236}">
                <a16:creationId xmlns:a16="http://schemas.microsoft.com/office/drawing/2014/main" id="{858C0DDC-D116-43DA-B0B5-A6A82668AD5D}"/>
              </a:ext>
            </a:extLst>
          </p:cNvPr>
          <p:cNvSpPr>
            <a:spLocks noGrp="1"/>
          </p:cNvSpPr>
          <p:nvPr>
            <p:ph type="title"/>
          </p:nvPr>
        </p:nvSpPr>
        <p:spPr>
          <a:xfrm>
            <a:off x="841248" y="644652"/>
            <a:ext cx="3182112" cy="5568696"/>
          </a:xfrm>
        </p:spPr>
        <p:txBody>
          <a:bodyPr vert="horz" lIns="91440" tIns="45720" rIns="91440" bIns="45720" rtlCol="0" anchor="ctr">
            <a:normAutofit/>
          </a:bodyPr>
          <a:lstStyle/>
          <a:p>
            <a:r>
              <a:rPr lang="en-US" sz="5400" dirty="0">
                <a:solidFill>
                  <a:srgbClr val="FFFFFF"/>
                </a:solidFill>
                <a:latin typeface="Times New Roman" panose="02020603050405020304" pitchFamily="18" charset="0"/>
                <a:cs typeface="Times New Roman" panose="02020603050405020304" pitchFamily="18" charset="0"/>
              </a:rPr>
              <a:t>Executive Summary </a:t>
            </a:r>
          </a:p>
        </p:txBody>
      </p:sp>
      <p:sp>
        <p:nvSpPr>
          <p:cNvPr id="5" name="Content Placeholder 4">
            <a:extLst>
              <a:ext uri="{FF2B5EF4-FFF2-40B4-BE49-F238E27FC236}">
                <a16:creationId xmlns:a16="http://schemas.microsoft.com/office/drawing/2014/main" id="{5B430F02-9645-4F56-99F7-1DC2F76FFFE5}"/>
              </a:ext>
            </a:extLst>
          </p:cNvPr>
          <p:cNvSpPr>
            <a:spLocks noGrp="1"/>
          </p:cNvSpPr>
          <p:nvPr>
            <p:ph idx="1"/>
          </p:nvPr>
        </p:nvSpPr>
        <p:spPr>
          <a:xfrm>
            <a:off x="5494350" y="644652"/>
            <a:ext cx="5856401" cy="5568696"/>
          </a:xfrm>
        </p:spPr>
        <p:txBody>
          <a:bodyPr vert="horz" lIns="91440" tIns="45720" rIns="91440" bIns="45720" rtlCol="0" anchor="ctr">
            <a:normAutofit fontScale="77500" lnSpcReduction="20000"/>
          </a:bodyPr>
          <a:lstStyle/>
          <a:p>
            <a:pPr indent="-228600">
              <a:buFont typeface="Arial" panose="020B0604020202020204" pitchFamily="34" charset="0"/>
              <a:buChar char="•"/>
            </a:pPr>
            <a:endParaRPr lang="en-US" sz="2200" b="1" dirty="0">
              <a:latin typeface="Times New Roman" panose="02020603050405020304" pitchFamily="18" charset="0"/>
              <a:cs typeface="Times New Roman" panose="02020603050405020304" pitchFamily="18" charset="0"/>
            </a:endParaRPr>
          </a:p>
          <a:p>
            <a:pPr indent="-228600">
              <a:buFont typeface="Arial" panose="020B0604020202020204" pitchFamily="34" charset="0"/>
              <a:buChar char="•"/>
            </a:pPr>
            <a:endParaRPr lang="en-US" sz="2200" b="1" dirty="0">
              <a:latin typeface="Times New Roman" panose="02020603050405020304" pitchFamily="18" charset="0"/>
              <a:cs typeface="Times New Roman" panose="02020603050405020304" pitchFamily="18" charset="0"/>
            </a:endParaRPr>
          </a:p>
          <a:p>
            <a:pPr indent="-228600">
              <a:buFont typeface="Arial" panose="020B0604020202020204" pitchFamily="34" charset="0"/>
              <a:buChar char="•"/>
            </a:pPr>
            <a:endParaRPr lang="en-US" sz="2200" b="1" dirty="0">
              <a:latin typeface="Times New Roman" panose="02020603050405020304" pitchFamily="18" charset="0"/>
              <a:cs typeface="Times New Roman" panose="02020603050405020304" pitchFamily="18" charset="0"/>
            </a:endParaRPr>
          </a:p>
          <a:p>
            <a:r>
              <a:rPr lang="en-US" sz="2200" b="1" dirty="0">
                <a:latin typeface="Times New Roman" panose="02020603050405020304" pitchFamily="18" charset="0"/>
                <a:cs typeface="Times New Roman" panose="02020603050405020304" pitchFamily="18" charset="0"/>
              </a:rPr>
              <a:t>What is </a:t>
            </a:r>
            <a:r>
              <a:rPr lang="en-US" sz="2200" b="1" dirty="0" err="1">
                <a:latin typeface="Times New Roman" panose="02020603050405020304" pitchFamily="18" charset="0"/>
                <a:cs typeface="Times New Roman" panose="02020603050405020304" pitchFamily="18" charset="0"/>
              </a:rPr>
              <a:t>Mangal.Bhav</a:t>
            </a:r>
            <a:r>
              <a:rPr lang="en-US" sz="2200" b="1" dirty="0">
                <a:latin typeface="Times New Roman" panose="02020603050405020304" pitchFamily="18" charset="0"/>
                <a:cs typeface="Times New Roman" panose="02020603050405020304" pitchFamily="18" charset="0"/>
              </a:rPr>
              <a:t> App?</a:t>
            </a:r>
          </a:p>
          <a:p>
            <a:pPr algn="just"/>
            <a:r>
              <a:rPr lang="en-US" sz="2200" dirty="0">
                <a:latin typeface="Times New Roman" panose="02020603050405020304" pitchFamily="18" charset="0"/>
                <a:cs typeface="Times New Roman" panose="02020603050405020304" pitchFamily="18" charset="0"/>
              </a:rPr>
              <a:t>Mangal Bhav is a mobile app that helps people connect with Hindu spiritual services, like booking a Pandit for puja, getting daily mantras, and learning about rituals and festivals, all from your phone.</a:t>
            </a:r>
          </a:p>
          <a:p>
            <a:r>
              <a:rPr lang="en-US" sz="2200" b="1" dirty="0">
                <a:latin typeface="Times New Roman" panose="02020603050405020304" pitchFamily="18" charset="0"/>
                <a:cs typeface="Times New Roman" panose="02020603050405020304" pitchFamily="18" charset="0"/>
              </a:rPr>
              <a:t>Why is it needed?</a:t>
            </a:r>
            <a:endParaRPr lang="en-US" sz="2200" dirty="0">
              <a:latin typeface="Times New Roman" panose="02020603050405020304" pitchFamily="18" charset="0"/>
              <a:cs typeface="Times New Roman" panose="02020603050405020304" pitchFamily="18" charset="0"/>
            </a:endParaRPr>
          </a:p>
          <a:p>
            <a:pPr algn="just"/>
            <a:r>
              <a:rPr lang="en-US" sz="2200" dirty="0">
                <a:latin typeface="Times New Roman" panose="02020603050405020304" pitchFamily="18" charset="0"/>
                <a:cs typeface="Times New Roman" panose="02020603050405020304" pitchFamily="18" charset="0"/>
              </a:rPr>
              <a:t>Many people today are busy, live far from temples, or don’t know how to perform rituals. Mangal Bhav helps them stay spiritually connected through their phones by making it easy to access pujas, mantras, and teachings anytime, anywhere</a:t>
            </a:r>
          </a:p>
          <a:p>
            <a:r>
              <a:rPr lang="en-US" sz="2200" b="1" dirty="0">
                <a:latin typeface="Times New Roman" panose="02020603050405020304" pitchFamily="18" charset="0"/>
                <a:cs typeface="Times New Roman" panose="02020603050405020304" pitchFamily="18" charset="0"/>
              </a:rPr>
              <a:t>What is the plan?</a:t>
            </a:r>
            <a:endParaRPr lang="en-US" sz="2200" dirty="0">
              <a:latin typeface="Times New Roman" panose="02020603050405020304" pitchFamily="18" charset="0"/>
              <a:cs typeface="Times New Roman" panose="02020603050405020304" pitchFamily="18" charset="0"/>
            </a:endParaRPr>
          </a:p>
          <a:p>
            <a:pPr algn="just"/>
            <a:r>
              <a:rPr lang="en-US" sz="2200" dirty="0">
                <a:latin typeface="Times New Roman" panose="02020603050405020304" pitchFamily="18" charset="0"/>
                <a:cs typeface="Times New Roman" panose="02020603050405020304" pitchFamily="18" charset="0"/>
              </a:rPr>
              <a:t>The plan for the Mangal Bhav app is to make it easy for people to stay connected with their faith in today’s busy world. You’ll be able to book a Pandit for pujas, get daily spiritual updates, and watch videos. Best of all, you can use the app in your language, so everything feels familiar and comfortable.</a:t>
            </a:r>
          </a:p>
          <a:p>
            <a:pPr indent="-228600">
              <a:buFont typeface="Arial" panose="020B0604020202020204" pitchFamily="34" charset="0"/>
              <a:buChar char="•"/>
            </a:pPr>
            <a:endParaRPr lang="en-US" sz="2200" b="1" dirty="0">
              <a:latin typeface="Times New Roman" panose="02020603050405020304" pitchFamily="18" charset="0"/>
              <a:cs typeface="Times New Roman" panose="02020603050405020304" pitchFamily="18" charset="0"/>
            </a:endParaRPr>
          </a:p>
          <a:p>
            <a:pPr indent="-228600">
              <a:buFont typeface="Arial" panose="020B0604020202020204" pitchFamily="34" charset="0"/>
              <a:buChar char="•"/>
            </a:pPr>
            <a:endParaRPr lang="en-US" sz="2200" dirty="0">
              <a:latin typeface="Times New Roman" panose="02020603050405020304" pitchFamily="18" charset="0"/>
              <a:cs typeface="Times New Roman" panose="02020603050405020304" pitchFamily="18" charset="0"/>
            </a:endParaRPr>
          </a:p>
          <a:p>
            <a:pPr indent="-228600">
              <a:buFont typeface="Arial" panose="020B0604020202020204" pitchFamily="34" charset="0"/>
              <a:buChar char="•"/>
            </a:pPr>
            <a:endParaRPr lang="en-US" sz="2200" dirty="0">
              <a:latin typeface="Times New Roman" panose="02020603050405020304" pitchFamily="18" charset="0"/>
              <a:cs typeface="Times New Roman" panose="02020603050405020304" pitchFamily="18" charset="0"/>
            </a:endParaRPr>
          </a:p>
          <a:p>
            <a:pPr indent="-228600">
              <a:buFont typeface="Arial" panose="020B0604020202020204" pitchFamily="34" charset="0"/>
              <a:buChar char="•"/>
            </a:pP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953733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53F4F-A16A-4B8B-9227-2EB4EFA020AA}"/>
              </a:ext>
            </a:extLst>
          </p:cNvPr>
          <p:cNvSpPr>
            <a:spLocks noGrp="1"/>
          </p:cNvSpPr>
          <p:nvPr>
            <p:ph type="title"/>
          </p:nvPr>
        </p:nvSpPr>
        <p:spPr/>
        <p:txBody>
          <a:bodyPr vert="horz" lIns="91440" tIns="45720" rIns="91440" bIns="45720" rtlCol="0" anchor="t">
            <a:normAutofit/>
          </a:bodyPr>
          <a:lstStyle/>
          <a:p>
            <a:pPr algn="l"/>
            <a:r>
              <a:rPr lang="en-US" sz="6000" dirty="0">
                <a:latin typeface="Times New Roman" panose="02020603050405020304" pitchFamily="18" charset="0"/>
                <a:cs typeface="Times New Roman" panose="02020603050405020304" pitchFamily="18" charset="0"/>
              </a:rPr>
              <a:t>Problem Statement</a:t>
            </a:r>
          </a:p>
        </p:txBody>
      </p:sp>
      <p:sp>
        <p:nvSpPr>
          <p:cNvPr id="24" name="Text Placeholder 2">
            <a:extLst>
              <a:ext uri="{FF2B5EF4-FFF2-40B4-BE49-F238E27FC236}">
                <a16:creationId xmlns:a16="http://schemas.microsoft.com/office/drawing/2014/main" id="{4BF9879B-7534-4AE1-813D-DDCAD3281B73}"/>
              </a:ext>
            </a:extLst>
          </p:cNvPr>
          <p:cNvSpPr>
            <a:spLocks noGrp="1"/>
          </p:cNvSpPr>
          <p:nvPr>
            <p:ph type="body" sz="quarter" idx="18"/>
          </p:nvPr>
        </p:nvSpPr>
        <p:spPr>
          <a:xfrm>
            <a:off x="197126" y="3509309"/>
            <a:ext cx="11797748" cy="1472979"/>
          </a:xfrm>
        </p:spPr>
        <p:txBody>
          <a:bodyPr vert="horz" lIns="91440" tIns="45720" rIns="91440" bIns="45720" rtlCol="0">
            <a:normAutofit fontScale="40000" lnSpcReduction="20000"/>
          </a:bodyPr>
          <a:lstStyle/>
          <a:p>
            <a:pPr marL="457200"/>
            <a:r>
              <a:rPr lang="en-US" sz="11100" dirty="0">
                <a:latin typeface="Times New Roman" panose="02020603050405020304" pitchFamily="18" charset="0"/>
                <a:cs typeface="Times New Roman" panose="02020603050405020304" pitchFamily="18" charset="0"/>
              </a:rPr>
              <a:t>Most r</a:t>
            </a:r>
            <a:r>
              <a:rPr lang="en-US" sz="11100" dirty="0">
                <a:solidFill>
                  <a:schemeClr val="tx1"/>
                </a:solidFill>
                <a:latin typeface="Times New Roman" panose="02020603050405020304" pitchFamily="18" charset="0"/>
                <a:cs typeface="Times New Roman" panose="02020603050405020304" pitchFamily="18" charset="0"/>
              </a:rPr>
              <a:t>eligions lack strong digital community engagement.</a:t>
            </a:r>
          </a:p>
          <a:p>
            <a:pPr indent="0" algn="l"/>
            <a:endParaRPr lang="en-US" sz="11100" dirty="0">
              <a:solidFill>
                <a:schemeClr val="tx1"/>
              </a:solidFill>
              <a:latin typeface="Times New Roman" panose="02020603050405020304" pitchFamily="18" charset="0"/>
              <a:cs typeface="Times New Roman" panose="02020603050405020304" pitchFamily="18" charset="0"/>
            </a:endParaRPr>
          </a:p>
          <a:p>
            <a:pPr marL="457200" algn="l">
              <a:buFont typeface="Arial" panose="020B0604020202020204" pitchFamily="34" charset="0"/>
              <a:buChar char="•"/>
            </a:pPr>
            <a:endParaRPr lang="en-US" dirty="0">
              <a:solidFill>
                <a:schemeClr val="tx1"/>
              </a:solidFill>
            </a:endParaRPr>
          </a:p>
          <a:p>
            <a:pPr marL="457200" algn="l">
              <a:buFont typeface="Arial" panose="020B0604020202020204" pitchFamily="34" charset="0"/>
              <a:buChar char="•"/>
            </a:pPr>
            <a:endParaRPr lang="en-US" dirty="0">
              <a:solidFill>
                <a:schemeClr val="tx1"/>
              </a:solidFill>
            </a:endParaRPr>
          </a:p>
          <a:p>
            <a:pPr marL="457200" algn="l">
              <a:buFont typeface="Arial" panose="020B0604020202020204" pitchFamily="34" charset="0"/>
              <a:buChar char="•"/>
            </a:pPr>
            <a:endParaRPr lang="en-US" dirty="0">
              <a:solidFill>
                <a:schemeClr val="tx1"/>
              </a:solidFill>
            </a:endParaRPr>
          </a:p>
        </p:txBody>
      </p:sp>
    </p:spTree>
    <p:extLst>
      <p:ext uri="{BB962C8B-B14F-4D97-AF65-F5344CB8AC3E}">
        <p14:creationId xmlns:p14="http://schemas.microsoft.com/office/powerpoint/2010/main" val="22014321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BDD1931-9E86-4402-9A68-33A2D9EFB1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199" y="1709928"/>
            <a:ext cx="105156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useBgFill="1">
        <p:nvSpPr>
          <p:cNvPr id="10" name="Rectangle 9">
            <a:extLst>
              <a:ext uri="{FF2B5EF4-FFF2-40B4-BE49-F238E27FC236}">
                <a16:creationId xmlns:a16="http://schemas.microsoft.com/office/drawing/2014/main" id="{AC17DE74-01C9-4859-B65A-85CF999E8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068C0432-0E90-4CC1-8CD3-D44A90DF0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1A5D10F5-559B-5929-D278-B0E08B654F50}"/>
              </a:ext>
            </a:extLst>
          </p:cNvPr>
          <p:cNvSpPr>
            <a:spLocks noGrp="1"/>
          </p:cNvSpPr>
          <p:nvPr>
            <p:ph type="title"/>
          </p:nvPr>
        </p:nvSpPr>
        <p:spPr>
          <a:xfrm>
            <a:off x="838200" y="490673"/>
            <a:ext cx="10515600" cy="1348065"/>
          </a:xfrm>
        </p:spPr>
        <p:txBody>
          <a:bodyPr vert="horz" lIns="91440" tIns="45720" rIns="91440" bIns="45720" rtlCol="0" anchor="ctr">
            <a:normAutofit/>
          </a:bodyPr>
          <a:lstStyle/>
          <a:p>
            <a:pPr algn="l"/>
            <a:r>
              <a:rPr lang="en-US" sz="6000" dirty="0">
                <a:latin typeface="Times New Roman" panose="02020603050405020304" pitchFamily="18" charset="0"/>
                <a:cs typeface="Times New Roman" panose="02020603050405020304" pitchFamily="18" charset="0"/>
              </a:rPr>
              <a:t>Problem Definition </a:t>
            </a:r>
          </a:p>
        </p:txBody>
      </p:sp>
      <p:graphicFrame>
        <p:nvGraphicFramePr>
          <p:cNvPr id="6" name="Table 5">
            <a:extLst>
              <a:ext uri="{FF2B5EF4-FFF2-40B4-BE49-F238E27FC236}">
                <a16:creationId xmlns:a16="http://schemas.microsoft.com/office/drawing/2014/main" id="{26F037E8-12F9-5418-8A36-21685FC4C375}"/>
              </a:ext>
            </a:extLst>
          </p:cNvPr>
          <p:cNvGraphicFramePr>
            <a:graphicFrameLocks noGrp="1"/>
          </p:cNvGraphicFramePr>
          <p:nvPr>
            <p:extLst>
              <p:ext uri="{D42A27DB-BD31-4B8C-83A1-F6EECF244321}">
                <p14:modId xmlns:p14="http://schemas.microsoft.com/office/powerpoint/2010/main" val="1319228283"/>
              </p:ext>
            </p:extLst>
          </p:nvPr>
        </p:nvGraphicFramePr>
        <p:xfrm>
          <a:off x="924548" y="2956615"/>
          <a:ext cx="10342903" cy="2589699"/>
        </p:xfrm>
        <a:graphic>
          <a:graphicData uri="http://schemas.openxmlformats.org/drawingml/2006/table">
            <a:tbl>
              <a:tblPr firstRow="1" bandRow="1">
                <a:tableStyleId>{8EC20E35-A176-4012-BC5E-935CFFF8708E}</a:tableStyleId>
              </a:tblPr>
              <a:tblGrid>
                <a:gridCol w="1944338">
                  <a:extLst>
                    <a:ext uri="{9D8B030D-6E8A-4147-A177-3AD203B41FA5}">
                      <a16:colId xmlns:a16="http://schemas.microsoft.com/office/drawing/2014/main" val="2542510976"/>
                    </a:ext>
                  </a:extLst>
                </a:gridCol>
                <a:gridCol w="3162532">
                  <a:extLst>
                    <a:ext uri="{9D8B030D-6E8A-4147-A177-3AD203B41FA5}">
                      <a16:colId xmlns:a16="http://schemas.microsoft.com/office/drawing/2014/main" val="1601041027"/>
                    </a:ext>
                  </a:extLst>
                </a:gridCol>
                <a:gridCol w="2550134">
                  <a:extLst>
                    <a:ext uri="{9D8B030D-6E8A-4147-A177-3AD203B41FA5}">
                      <a16:colId xmlns:a16="http://schemas.microsoft.com/office/drawing/2014/main" val="1055713960"/>
                    </a:ext>
                  </a:extLst>
                </a:gridCol>
                <a:gridCol w="2685899">
                  <a:extLst>
                    <a:ext uri="{9D8B030D-6E8A-4147-A177-3AD203B41FA5}">
                      <a16:colId xmlns:a16="http://schemas.microsoft.com/office/drawing/2014/main" val="3598429247"/>
                    </a:ext>
                  </a:extLst>
                </a:gridCol>
              </a:tblGrid>
              <a:tr h="367288">
                <a:tc>
                  <a:txBody>
                    <a:bodyPr/>
                    <a:lstStyle/>
                    <a:p>
                      <a:r>
                        <a:rPr lang="en-IN" sz="1600" dirty="0">
                          <a:latin typeface="Times New Roman" panose="02020603050405020304" pitchFamily="18" charset="0"/>
                          <a:cs typeface="Times New Roman" panose="02020603050405020304" pitchFamily="18" charset="0"/>
                        </a:rPr>
                        <a:t>Who’s it for ?</a:t>
                      </a:r>
                    </a:p>
                  </a:txBody>
                  <a:tcPr marL="84308" marR="84308" marT="42154" marB="42154"/>
                </a:tc>
                <a:tc>
                  <a:txBody>
                    <a:bodyPr/>
                    <a:lstStyle/>
                    <a:p>
                      <a:r>
                        <a:rPr lang="en-IN" sz="1600" dirty="0">
                          <a:latin typeface="Times New Roman" panose="02020603050405020304" pitchFamily="18" charset="0"/>
                          <a:cs typeface="Times New Roman" panose="02020603050405020304" pitchFamily="18" charset="0"/>
                        </a:rPr>
                        <a:t>Challenges</a:t>
                      </a:r>
                    </a:p>
                  </a:txBody>
                  <a:tcPr marL="84308" marR="84308" marT="42154" marB="42154"/>
                </a:tc>
                <a:tc>
                  <a:txBody>
                    <a:bodyPr/>
                    <a:lstStyle/>
                    <a:p>
                      <a:r>
                        <a:rPr lang="en-IN" sz="1600">
                          <a:latin typeface="Times New Roman" panose="02020603050405020304" pitchFamily="18" charset="0"/>
                          <a:cs typeface="Times New Roman" panose="02020603050405020304" pitchFamily="18" charset="0"/>
                        </a:rPr>
                        <a:t>Solution</a:t>
                      </a:r>
                    </a:p>
                  </a:txBody>
                  <a:tcPr marL="84308" marR="84308" marT="42154" marB="42154"/>
                </a:tc>
                <a:tc>
                  <a:txBody>
                    <a:bodyPr/>
                    <a:lstStyle/>
                    <a:p>
                      <a:r>
                        <a:rPr lang="en-IN" sz="1600">
                          <a:latin typeface="Times New Roman" panose="02020603050405020304" pitchFamily="18" charset="0"/>
                          <a:cs typeface="Times New Roman" panose="02020603050405020304" pitchFamily="18" charset="0"/>
                        </a:rPr>
                        <a:t>Impact</a:t>
                      </a:r>
                    </a:p>
                  </a:txBody>
                  <a:tcPr marL="84308" marR="84308" marT="42154" marB="42154"/>
                </a:tc>
                <a:extLst>
                  <a:ext uri="{0D108BD9-81ED-4DB2-BD59-A6C34878D82A}">
                    <a16:rowId xmlns:a16="http://schemas.microsoft.com/office/drawing/2014/main" val="3822363212"/>
                  </a:ext>
                </a:extLst>
              </a:tr>
              <a:tr h="1359178">
                <a:tc>
                  <a:txBody>
                    <a:bodyPr/>
                    <a:lstStyle/>
                    <a:p>
                      <a:r>
                        <a:rPr lang="en-US" sz="1600" dirty="0" err="1">
                          <a:latin typeface="Times New Roman" panose="02020603050405020304" pitchFamily="18" charset="0"/>
                          <a:cs typeface="Times New Roman" panose="02020603050405020304" pitchFamily="18" charset="0"/>
                        </a:rPr>
                        <a:t>Jajmaans</a:t>
                      </a:r>
                      <a:r>
                        <a:rPr lang="en-IN" sz="1600" dirty="0">
                          <a:latin typeface="Times New Roman" panose="02020603050405020304" pitchFamily="18" charset="0"/>
                          <a:cs typeface="Times New Roman" panose="02020603050405020304" pitchFamily="18" charset="0"/>
                        </a:rPr>
                        <a:t> </a:t>
                      </a:r>
                    </a:p>
                  </a:txBody>
                  <a:tcPr marL="84308" marR="84308" marT="42154" marB="42154"/>
                </a:tc>
                <a:tc>
                  <a:txBody>
                    <a:bodyPr/>
                    <a:lstStyle/>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Hard to find trustworthy priests</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Busy lifestyle</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Difficult to make donations</a:t>
                      </a:r>
                    </a:p>
                  </a:txBody>
                  <a:tcPr marL="84308" marR="84308" marT="42154" marB="42154"/>
                </a:tc>
                <a:tc>
                  <a:txBody>
                    <a:bodyPr/>
                    <a:lstStyle/>
                    <a:p>
                      <a:pPr marL="285750" indent="-285750">
                        <a:buFont typeface="Arial" panose="020B0604020202020204" pitchFamily="34" charset="0"/>
                        <a:buChar char="•"/>
                      </a:pPr>
                      <a:r>
                        <a:rPr lang="en-IN" sz="1600">
                          <a:latin typeface="Times New Roman" panose="02020603050405020304" pitchFamily="18" charset="0"/>
                          <a:cs typeface="Times New Roman" panose="02020603050405020304" pitchFamily="18" charset="0"/>
                        </a:rPr>
                        <a:t>Verified pandits</a:t>
                      </a:r>
                    </a:p>
                    <a:p>
                      <a:pPr marL="285750" indent="-285750">
                        <a:buFont typeface="Arial" panose="020B0604020202020204" pitchFamily="34" charset="0"/>
                        <a:buChar char="•"/>
                      </a:pPr>
                      <a:r>
                        <a:rPr lang="en-IN" sz="1600">
                          <a:latin typeface="Times New Roman" panose="02020603050405020304" pitchFamily="18" charset="0"/>
                          <a:cs typeface="Times New Roman" panose="02020603050405020304" pitchFamily="18" charset="0"/>
                        </a:rPr>
                        <a:t>Ritual checklists</a:t>
                      </a:r>
                    </a:p>
                    <a:p>
                      <a:pPr marL="285750" indent="-285750">
                        <a:buFont typeface="Arial" panose="020B0604020202020204" pitchFamily="34" charset="0"/>
                        <a:buChar char="•"/>
                      </a:pPr>
                      <a:r>
                        <a:rPr lang="en-IN" sz="1600">
                          <a:latin typeface="Times New Roman" panose="02020603050405020304" pitchFamily="18" charset="0"/>
                          <a:cs typeface="Times New Roman" panose="02020603050405020304" pitchFamily="18" charset="0"/>
                        </a:rPr>
                        <a:t>Flexible scheduling</a:t>
                      </a:r>
                    </a:p>
                    <a:p>
                      <a:pPr marL="285750" indent="-285750">
                        <a:buFont typeface="Arial" panose="020B0604020202020204" pitchFamily="34" charset="0"/>
                        <a:buChar char="•"/>
                      </a:pPr>
                      <a:r>
                        <a:rPr lang="en-IN" sz="1600">
                          <a:latin typeface="Times New Roman" panose="02020603050405020304" pitchFamily="18" charset="0"/>
                          <a:cs typeface="Times New Roman" panose="02020603050405020304" pitchFamily="18" charset="0"/>
                        </a:rPr>
                        <a:t>Easy digital donations</a:t>
                      </a:r>
                    </a:p>
                  </a:txBody>
                  <a:tcPr marL="84308" marR="84308" marT="42154" marB="42154"/>
                </a:tc>
                <a:tc>
                  <a:txBody>
                    <a:bodyPr/>
                    <a:lstStyle/>
                    <a:p>
                      <a:pPr marL="285750" indent="-285750">
                        <a:buFont typeface="Arial" panose="020B0604020202020204" pitchFamily="34" charset="0"/>
                        <a:buChar char="•"/>
                      </a:pPr>
                      <a:r>
                        <a:rPr lang="en-IN" sz="1600">
                          <a:latin typeface="Times New Roman" panose="02020603050405020304" pitchFamily="18" charset="0"/>
                          <a:cs typeface="Times New Roman" panose="02020603050405020304" pitchFamily="18" charset="0"/>
                        </a:rPr>
                        <a:t>Access to authentic rituals</a:t>
                      </a:r>
                    </a:p>
                    <a:p>
                      <a:pPr marL="285750" indent="-285750">
                        <a:buFont typeface="Arial" panose="020B0604020202020204" pitchFamily="34" charset="0"/>
                        <a:buChar char="•"/>
                      </a:pPr>
                      <a:r>
                        <a:rPr lang="en-IN" sz="1600">
                          <a:latin typeface="Times New Roman" panose="02020603050405020304" pitchFamily="18" charset="0"/>
                          <a:cs typeface="Times New Roman" panose="02020603050405020304" pitchFamily="18" charset="0"/>
                        </a:rPr>
                        <a:t>Spiritual convenience</a:t>
                      </a:r>
                    </a:p>
                    <a:p>
                      <a:pPr marL="285750" indent="-285750">
                        <a:buFont typeface="Arial" panose="020B0604020202020204" pitchFamily="34" charset="0"/>
                        <a:buChar char="•"/>
                      </a:pPr>
                      <a:r>
                        <a:rPr lang="en-IN" sz="1600">
                          <a:latin typeface="Times New Roman" panose="02020603050405020304" pitchFamily="18" charset="0"/>
                          <a:cs typeface="Times New Roman" panose="02020603050405020304" pitchFamily="18" charset="0"/>
                        </a:rPr>
                        <a:t>community</a:t>
                      </a:r>
                    </a:p>
                  </a:txBody>
                  <a:tcPr marL="84308" marR="84308" marT="42154" marB="42154"/>
                </a:tc>
                <a:extLst>
                  <a:ext uri="{0D108BD9-81ED-4DB2-BD59-A6C34878D82A}">
                    <a16:rowId xmlns:a16="http://schemas.microsoft.com/office/drawing/2014/main" val="3562869138"/>
                  </a:ext>
                </a:extLst>
              </a:tr>
              <a:tr h="863233">
                <a:tc>
                  <a:txBody>
                    <a:bodyPr/>
                    <a:lstStyle/>
                    <a:p>
                      <a:r>
                        <a:rPr lang="en-IN" sz="1600" dirty="0" err="1">
                          <a:latin typeface="Times New Roman" panose="02020603050405020304" pitchFamily="18" charset="0"/>
                          <a:cs typeface="Times New Roman" panose="02020603050405020304" pitchFamily="18" charset="0"/>
                        </a:rPr>
                        <a:t>Panditjis</a:t>
                      </a:r>
                      <a:endParaRPr lang="en-IN" sz="1600" dirty="0">
                        <a:latin typeface="Times New Roman" panose="02020603050405020304" pitchFamily="18" charset="0"/>
                        <a:cs typeface="Times New Roman" panose="02020603050405020304" pitchFamily="18" charset="0"/>
                      </a:endParaRPr>
                    </a:p>
                  </a:txBody>
                  <a:tcPr marL="84308" marR="84308" marT="42154" marB="42154"/>
                </a:tc>
                <a:tc>
                  <a:txBody>
                    <a:bodyPr/>
                    <a:lstStyle/>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Limited digital  reach </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Usually not tech-savvy</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Lack of regular bookings</a:t>
                      </a:r>
                    </a:p>
                  </a:txBody>
                  <a:tcPr marL="84308" marR="84308" marT="42154" marB="42154"/>
                </a:tc>
                <a:tc>
                  <a:txBody>
                    <a:bodyPr/>
                    <a:lstStyle/>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Digital visibility</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Direct booking system</a:t>
                      </a:r>
                    </a:p>
                    <a:p>
                      <a:endParaRPr lang="en-IN" sz="1600" dirty="0">
                        <a:latin typeface="Times New Roman" panose="02020603050405020304" pitchFamily="18" charset="0"/>
                        <a:cs typeface="Times New Roman" panose="02020603050405020304" pitchFamily="18" charset="0"/>
                      </a:endParaRPr>
                    </a:p>
                  </a:txBody>
                  <a:tcPr marL="84308" marR="84308" marT="42154" marB="42154"/>
                </a:tc>
                <a:tc>
                  <a:txBody>
                    <a:bodyPr/>
                    <a:lstStyle/>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Increased Income  </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More Outreach</a:t>
                      </a:r>
                    </a:p>
                  </a:txBody>
                  <a:tcPr marL="84308" marR="84308" marT="42154" marB="42154"/>
                </a:tc>
                <a:extLst>
                  <a:ext uri="{0D108BD9-81ED-4DB2-BD59-A6C34878D82A}">
                    <a16:rowId xmlns:a16="http://schemas.microsoft.com/office/drawing/2014/main" val="579712102"/>
                  </a:ext>
                </a:extLst>
              </a:tr>
            </a:tbl>
          </a:graphicData>
        </a:graphic>
      </p:graphicFrame>
    </p:spTree>
    <p:extLst>
      <p:ext uri="{BB962C8B-B14F-4D97-AF65-F5344CB8AC3E}">
        <p14:creationId xmlns:p14="http://schemas.microsoft.com/office/powerpoint/2010/main" val="16967447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096627FE-9538-B449-556D-C0D8020EB7C2}"/>
              </a:ext>
            </a:extLst>
          </p:cNvPr>
          <p:cNvGraphicFramePr>
            <a:graphicFrameLocks noGrp="1"/>
          </p:cNvGraphicFramePr>
          <p:nvPr>
            <p:extLst>
              <p:ext uri="{D42A27DB-BD31-4B8C-83A1-F6EECF244321}">
                <p14:modId xmlns:p14="http://schemas.microsoft.com/office/powerpoint/2010/main" val="1172273495"/>
              </p:ext>
            </p:extLst>
          </p:nvPr>
        </p:nvGraphicFramePr>
        <p:xfrm>
          <a:off x="141245" y="3429000"/>
          <a:ext cx="11909510" cy="1359178"/>
        </p:xfrm>
        <a:graphic>
          <a:graphicData uri="http://schemas.openxmlformats.org/drawingml/2006/table">
            <a:tbl>
              <a:tblPr firstRow="1" bandRow="1">
                <a:tableStyleId>{9D7B26C5-4107-4FEC-AEDC-1716B250A1EF}</a:tableStyleId>
              </a:tblPr>
              <a:tblGrid>
                <a:gridCol w="2485179">
                  <a:extLst>
                    <a:ext uri="{9D8B030D-6E8A-4147-A177-3AD203B41FA5}">
                      <a16:colId xmlns:a16="http://schemas.microsoft.com/office/drawing/2014/main" val="4076892487"/>
                    </a:ext>
                  </a:extLst>
                </a:gridCol>
                <a:gridCol w="3621283">
                  <a:extLst>
                    <a:ext uri="{9D8B030D-6E8A-4147-A177-3AD203B41FA5}">
                      <a16:colId xmlns:a16="http://schemas.microsoft.com/office/drawing/2014/main" val="2676884923"/>
                    </a:ext>
                  </a:extLst>
                </a:gridCol>
                <a:gridCol w="2991494">
                  <a:extLst>
                    <a:ext uri="{9D8B030D-6E8A-4147-A177-3AD203B41FA5}">
                      <a16:colId xmlns:a16="http://schemas.microsoft.com/office/drawing/2014/main" val="1735931123"/>
                    </a:ext>
                  </a:extLst>
                </a:gridCol>
                <a:gridCol w="2811554">
                  <a:extLst>
                    <a:ext uri="{9D8B030D-6E8A-4147-A177-3AD203B41FA5}">
                      <a16:colId xmlns:a16="http://schemas.microsoft.com/office/drawing/2014/main" val="2733595581"/>
                    </a:ext>
                  </a:extLst>
                </a:gridCol>
              </a:tblGrid>
              <a:tr h="1359178">
                <a:tc>
                  <a:txBody>
                    <a:bodyPr/>
                    <a:lstStyle/>
                    <a:p>
                      <a:r>
                        <a:rPr lang="en-IN" sz="1800" b="0" dirty="0">
                          <a:latin typeface="Times New Roman" panose="02020603050405020304" pitchFamily="18" charset="0"/>
                          <a:cs typeface="Times New Roman" panose="02020603050405020304" pitchFamily="18" charset="0"/>
                        </a:rPr>
                        <a:t>Younger Generations</a:t>
                      </a:r>
                    </a:p>
                  </a:txBody>
                  <a:tcPr marL="84308" marR="84308" marT="42154" marB="421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r>
                        <a:rPr lang="en-IN" sz="1800" b="0" dirty="0">
                          <a:latin typeface="Times New Roman" panose="02020603050405020304" pitchFamily="18" charset="0"/>
                          <a:cs typeface="Times New Roman" panose="02020603050405020304" pitchFamily="18" charset="0"/>
                        </a:rPr>
                        <a:t>Disconnected from traditions</a:t>
                      </a:r>
                    </a:p>
                    <a:p>
                      <a:pPr marL="285750" indent="-285750">
                        <a:buFont typeface="Arial" panose="020B0604020202020204" pitchFamily="34" charset="0"/>
                        <a:buChar char="•"/>
                      </a:pPr>
                      <a:r>
                        <a:rPr lang="en-IN" sz="1800" b="0" dirty="0">
                          <a:latin typeface="Times New Roman" panose="02020603050405020304" pitchFamily="18" charset="0"/>
                          <a:cs typeface="Times New Roman" panose="02020603050405020304" pitchFamily="18" charset="0"/>
                        </a:rPr>
                        <a:t>Lack of guidance</a:t>
                      </a:r>
                    </a:p>
                    <a:p>
                      <a:endParaRPr lang="en-IN" sz="1800" dirty="0">
                        <a:latin typeface="Times New Roman" panose="02020603050405020304" pitchFamily="18" charset="0"/>
                        <a:cs typeface="Times New Roman" panose="02020603050405020304" pitchFamily="18" charset="0"/>
                      </a:endParaRPr>
                    </a:p>
                  </a:txBody>
                  <a:tcPr marL="84308" marR="84308" marT="42154" marB="421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r>
                        <a:rPr lang="en-IN" sz="1800" b="0" dirty="0">
                          <a:latin typeface="Times New Roman" panose="02020603050405020304" pitchFamily="18" charset="0"/>
                          <a:cs typeface="Times New Roman" panose="02020603050405020304" pitchFamily="18" charset="0"/>
                        </a:rPr>
                        <a:t>Easy mobile access</a:t>
                      </a:r>
                    </a:p>
                    <a:p>
                      <a:pPr marL="285750" indent="-285750">
                        <a:buFont typeface="Arial" panose="020B0604020202020204" pitchFamily="34" charset="0"/>
                        <a:buChar char="•"/>
                      </a:pPr>
                      <a:r>
                        <a:rPr lang="en-IN" sz="1800" b="0" dirty="0">
                          <a:latin typeface="Times New Roman" panose="02020603050405020304" pitchFamily="18" charset="0"/>
                          <a:cs typeface="Times New Roman" panose="02020603050405020304" pitchFamily="18" charset="0"/>
                        </a:rPr>
                        <a:t>Book from anywhere</a:t>
                      </a:r>
                    </a:p>
                  </a:txBody>
                  <a:tcPr marL="84308" marR="84308" marT="42154" marB="421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b="0" dirty="0">
                          <a:latin typeface="Times New Roman" panose="02020603050405020304" pitchFamily="18" charset="0"/>
                          <a:cs typeface="Times New Roman" panose="02020603050405020304" pitchFamily="18" charset="0"/>
                        </a:rPr>
                        <a:t>Reconnection with culture</a:t>
                      </a:r>
                    </a:p>
                    <a:p>
                      <a:r>
                        <a:rPr lang="en-IN" sz="1800" b="0" dirty="0">
                          <a:latin typeface="Times New Roman" panose="02020603050405020304" pitchFamily="18" charset="0"/>
                          <a:cs typeface="Times New Roman" panose="02020603050405020304" pitchFamily="18" charset="0"/>
                        </a:rPr>
                        <a:t>Participation made easy </a:t>
                      </a:r>
                    </a:p>
                    <a:p>
                      <a:r>
                        <a:rPr lang="en-IN" sz="1800" b="0" dirty="0">
                          <a:latin typeface="Times New Roman" panose="02020603050405020304" pitchFamily="18" charset="0"/>
                          <a:cs typeface="Times New Roman" panose="02020603050405020304" pitchFamily="18" charset="0"/>
                        </a:rPr>
                        <a:t>Meaningful spiritual engagement.</a:t>
                      </a:r>
                    </a:p>
                  </a:txBody>
                  <a:tcPr marL="84308" marR="84308" marT="42154" marB="421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08789768"/>
                  </a:ext>
                </a:extLst>
              </a:tr>
            </a:tbl>
          </a:graphicData>
        </a:graphic>
      </p:graphicFrame>
      <p:sp>
        <p:nvSpPr>
          <p:cNvPr id="2" name="Title 1">
            <a:extLst>
              <a:ext uri="{FF2B5EF4-FFF2-40B4-BE49-F238E27FC236}">
                <a16:creationId xmlns:a16="http://schemas.microsoft.com/office/drawing/2014/main" id="{35335603-B129-3149-F820-6571801C12AD}"/>
              </a:ext>
            </a:extLst>
          </p:cNvPr>
          <p:cNvSpPr>
            <a:spLocks noGrp="1"/>
          </p:cNvSpPr>
          <p:nvPr>
            <p:ph type="title"/>
          </p:nvPr>
        </p:nvSpPr>
        <p:spPr/>
        <p:txBody>
          <a:bodyPr/>
          <a:lstStyle/>
          <a:p>
            <a:pPr algn="l"/>
            <a:r>
              <a:rPr lang="en-US" sz="7200" dirty="0">
                <a:latin typeface="Times New Roman" panose="02020603050405020304" pitchFamily="18" charset="0"/>
                <a:cs typeface="Times New Roman" panose="02020603050405020304" pitchFamily="18" charset="0"/>
              </a:rPr>
              <a:t>Problem Definition </a:t>
            </a:r>
            <a:endParaRPr lang="en-IN" dirty="0"/>
          </a:p>
        </p:txBody>
      </p:sp>
    </p:spTree>
    <p:extLst>
      <p:ext uri="{BB962C8B-B14F-4D97-AF65-F5344CB8AC3E}">
        <p14:creationId xmlns:p14="http://schemas.microsoft.com/office/powerpoint/2010/main" val="26012855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EBDD1931-9E86-4402-9A68-33A2D9EFB1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199" y="1709928"/>
            <a:ext cx="105156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useBgFill="1">
        <p:nvSpPr>
          <p:cNvPr id="43" name="Rectangle 42">
            <a:extLst>
              <a:ext uri="{FF2B5EF4-FFF2-40B4-BE49-F238E27FC236}">
                <a16:creationId xmlns:a16="http://schemas.microsoft.com/office/drawing/2014/main" id="{AC17DE74-01C9-4859-B65A-85CF999E8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Freeform: Shape 44">
            <a:extLst>
              <a:ext uri="{FF2B5EF4-FFF2-40B4-BE49-F238E27FC236}">
                <a16:creationId xmlns:a16="http://schemas.microsoft.com/office/drawing/2014/main" id="{068C0432-0E90-4CC1-8CD3-D44A90DF0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189B3709-CAA9-3159-6DFB-376C786AFD1D}"/>
              </a:ext>
            </a:extLst>
          </p:cNvPr>
          <p:cNvSpPr>
            <a:spLocks noGrp="1"/>
          </p:cNvSpPr>
          <p:nvPr>
            <p:ph type="title"/>
          </p:nvPr>
        </p:nvSpPr>
        <p:spPr>
          <a:xfrm>
            <a:off x="207176" y="389295"/>
            <a:ext cx="11888746" cy="1348065"/>
          </a:xfrm>
        </p:spPr>
        <p:txBody>
          <a:bodyPr vert="horz" lIns="91440" tIns="45720" rIns="91440" bIns="45720" rtlCol="0" anchor="ctr">
            <a:noAutofit/>
          </a:bodyPr>
          <a:lstStyle/>
          <a:p>
            <a:pPr algn="l"/>
            <a:r>
              <a:rPr lang="en-US" sz="5200" b="1" dirty="0">
                <a:latin typeface="Times New Roman" panose="02020603050405020304" pitchFamily="18" charset="0"/>
                <a:cs typeface="Times New Roman" panose="02020603050405020304" pitchFamily="18" charset="0"/>
                <a:sym typeface="Arimo Bold"/>
              </a:rPr>
              <a:t>MANGAL</a:t>
            </a:r>
            <a:r>
              <a:rPr lang="en-US" sz="5200" b="1" dirty="0">
                <a:solidFill>
                  <a:srgbClr val="FF0000"/>
                </a:solidFill>
                <a:latin typeface="Times New Roman" panose="02020603050405020304" pitchFamily="18" charset="0"/>
                <a:cs typeface="Times New Roman" panose="02020603050405020304" pitchFamily="18" charset="0"/>
                <a:sym typeface="Arimo Bold"/>
              </a:rPr>
              <a:t>.</a:t>
            </a:r>
            <a:r>
              <a:rPr lang="en-US" sz="5200" b="1" dirty="0">
                <a:latin typeface="Times New Roman" panose="02020603050405020304" pitchFamily="18" charset="0"/>
                <a:cs typeface="Times New Roman" panose="02020603050405020304" pitchFamily="18" charset="0"/>
                <a:sym typeface="Arimo Bold"/>
              </a:rPr>
              <a:t>BHAV: AI-Powered Platform</a:t>
            </a:r>
            <a:endParaRPr lang="en-US" sz="5200" dirty="0">
              <a:latin typeface="Times New Roman" panose="02020603050405020304" pitchFamily="18" charset="0"/>
              <a:cs typeface="Times New Roman" panose="02020603050405020304" pitchFamily="18" charset="0"/>
            </a:endParaRPr>
          </a:p>
        </p:txBody>
      </p:sp>
      <p:graphicFrame>
        <p:nvGraphicFramePr>
          <p:cNvPr id="36" name="Text Placeholder 2">
            <a:extLst>
              <a:ext uri="{FF2B5EF4-FFF2-40B4-BE49-F238E27FC236}">
                <a16:creationId xmlns:a16="http://schemas.microsoft.com/office/drawing/2014/main" id="{1CDBC0AB-5019-5CB9-2ED4-3886405D9ACA}"/>
              </a:ext>
            </a:extLst>
          </p:cNvPr>
          <p:cNvGraphicFramePr/>
          <p:nvPr>
            <p:extLst>
              <p:ext uri="{D42A27DB-BD31-4B8C-83A1-F6EECF244321}">
                <p14:modId xmlns:p14="http://schemas.microsoft.com/office/powerpoint/2010/main" val="2732183099"/>
              </p:ext>
            </p:extLst>
          </p:nvPr>
        </p:nvGraphicFramePr>
        <p:xfrm>
          <a:off x="710759" y="2346528"/>
          <a:ext cx="10515600" cy="451235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763717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BDD1931-9E86-4402-9A68-33A2D9EFB1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199" y="1709928"/>
            <a:ext cx="105156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useBgFill="1">
        <p:nvSpPr>
          <p:cNvPr id="10" name="Rectangle 9">
            <a:extLst>
              <a:ext uri="{FF2B5EF4-FFF2-40B4-BE49-F238E27FC236}">
                <a16:creationId xmlns:a16="http://schemas.microsoft.com/office/drawing/2014/main" id="{AC17DE74-01C9-4859-B65A-85CF999E8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068C0432-0E90-4CC1-8CD3-D44A90DF0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F4D0A120-49C3-75C2-F9AA-598F1DAFDC8A}"/>
              </a:ext>
            </a:extLst>
          </p:cNvPr>
          <p:cNvSpPr>
            <a:spLocks noGrp="1"/>
          </p:cNvSpPr>
          <p:nvPr>
            <p:ph type="title"/>
          </p:nvPr>
        </p:nvSpPr>
        <p:spPr>
          <a:xfrm>
            <a:off x="838200" y="401221"/>
            <a:ext cx="10515600" cy="1348065"/>
          </a:xfrm>
        </p:spPr>
        <p:txBody>
          <a:bodyPr vert="horz" lIns="91440" tIns="45720" rIns="91440" bIns="45720" rtlCol="0" anchor="ctr">
            <a:normAutofit/>
          </a:bodyPr>
          <a:lstStyle/>
          <a:p>
            <a:pPr algn="l"/>
            <a:r>
              <a:rPr lang="en-IN" sz="5400" dirty="0">
                <a:solidFill>
                  <a:schemeClr val="bg1"/>
                </a:solidFill>
                <a:latin typeface="Times New Roman" panose="02020603050405020304" pitchFamily="18" charset="0"/>
                <a:cs typeface="Times New Roman" panose="02020603050405020304" pitchFamily="18" charset="0"/>
              </a:rPr>
              <a:t>Market Size </a:t>
            </a:r>
            <a:endParaRPr lang="en-US" sz="54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A28A4B27-0DDC-5C06-3C3F-637A3A462049}"/>
              </a:ext>
            </a:extLst>
          </p:cNvPr>
          <p:cNvSpPr>
            <a:spLocks noGrp="1"/>
          </p:cNvSpPr>
          <p:nvPr>
            <p:ph type="body" sz="quarter" idx="13"/>
          </p:nvPr>
        </p:nvSpPr>
        <p:spPr>
          <a:xfrm>
            <a:off x="838200" y="2586789"/>
            <a:ext cx="10515600" cy="3590174"/>
          </a:xfrm>
        </p:spPr>
        <p:txBody>
          <a:bodyPr vert="horz" lIns="91440" tIns="45720" rIns="91440" bIns="45720" rtlCol="0">
            <a:noAutofit/>
          </a:bodyPr>
          <a:lstStyle/>
          <a:p>
            <a:pPr marL="342900" indent="-342900" algn="l">
              <a:buFont typeface="Wingdings" panose="05000000000000000000" pitchFamily="2" charset="2"/>
              <a:buChar char="q"/>
            </a:pPr>
            <a:r>
              <a:rPr lang="en-US" sz="2400" dirty="0">
                <a:solidFill>
                  <a:schemeClr val="tx1"/>
                </a:solidFill>
                <a:latin typeface="Times New Roman" panose="02020603050405020304" pitchFamily="18" charset="0"/>
                <a:cs typeface="Times New Roman" panose="02020603050405020304" pitchFamily="18" charset="0"/>
              </a:rPr>
              <a:t>79.8% Approximate Hindu Population out of </a:t>
            </a:r>
            <a:r>
              <a:rPr lang="en-IN" sz="2400" b="0" i="0" dirty="0">
                <a:solidFill>
                  <a:srgbClr val="1F1F1F"/>
                </a:solidFill>
                <a:effectLst/>
                <a:latin typeface="Times New Roman" panose="02020603050405020304" pitchFamily="18" charset="0"/>
                <a:cs typeface="Times New Roman" panose="02020603050405020304" pitchFamily="18" charset="0"/>
              </a:rPr>
              <a:t>1</a:t>
            </a:r>
            <a:r>
              <a:rPr lang="en-IN" sz="2400" dirty="0">
                <a:solidFill>
                  <a:srgbClr val="1F1F1F"/>
                </a:solidFill>
                <a:latin typeface="Times New Roman" panose="02020603050405020304" pitchFamily="18" charset="0"/>
                <a:cs typeface="Times New Roman" panose="02020603050405020304" pitchFamily="18" charset="0"/>
              </a:rPr>
              <a:t>21.09 crores.</a:t>
            </a:r>
            <a:r>
              <a:rPr lang="en-US" sz="2400" dirty="0">
                <a:solidFill>
                  <a:schemeClr val="tx1"/>
                </a:solidFill>
                <a:latin typeface="Times New Roman" panose="02020603050405020304" pitchFamily="18" charset="0"/>
                <a:cs typeface="Times New Roman" panose="02020603050405020304" pitchFamily="18" charset="0"/>
              </a:rPr>
              <a:t> </a:t>
            </a:r>
          </a:p>
          <a:p>
            <a:pPr marL="342900" indent="-342900" algn="l">
              <a:buFont typeface="Wingdings" panose="05000000000000000000" pitchFamily="2" charset="2"/>
              <a:buChar char="q"/>
            </a:pPr>
            <a:r>
              <a:rPr lang="en-US" sz="2400" dirty="0">
                <a:solidFill>
                  <a:schemeClr val="tx1"/>
                </a:solidFill>
                <a:latin typeface="Times New Roman" panose="02020603050405020304" pitchFamily="18" charset="0"/>
                <a:cs typeface="Times New Roman" panose="02020603050405020304" pitchFamily="18" charset="0"/>
              </a:rPr>
              <a:t>6-7 million Estimated number of practicing pandits/priests in India </a:t>
            </a:r>
          </a:p>
          <a:p>
            <a:pPr marL="342900" indent="-342900" algn="l">
              <a:buFont typeface="Wingdings" panose="05000000000000000000" pitchFamily="2" charset="2"/>
              <a:buChar char="q"/>
            </a:pPr>
            <a:r>
              <a:rPr lang="en-US" sz="2400" dirty="0">
                <a:solidFill>
                  <a:schemeClr val="tx1"/>
                </a:solidFill>
                <a:latin typeface="Times New Roman" panose="02020603050405020304" pitchFamily="18" charset="0"/>
                <a:cs typeface="Times New Roman" panose="02020603050405020304" pitchFamily="18" charset="0"/>
              </a:rPr>
              <a:t>Average 8-9 lakh Hindu temples ranging from small local shrines to major pilgrimage centers.</a:t>
            </a:r>
          </a:p>
          <a:p>
            <a:pPr marL="0" indent="0" algn="l"/>
            <a:r>
              <a:rPr lang="en-US" sz="2400" dirty="0">
                <a:solidFill>
                  <a:schemeClr val="tx1"/>
                </a:solidFill>
                <a:latin typeface="Times New Roman" panose="02020603050405020304" pitchFamily="18" charset="0"/>
                <a:cs typeface="Times New Roman" panose="02020603050405020304" pitchFamily="18" charset="0"/>
              </a:rPr>
              <a:t>                     </a:t>
            </a:r>
          </a:p>
          <a:p>
            <a:pPr marL="342900" indent="-342900" algn="l">
              <a:buFont typeface="Wingdings" panose="05000000000000000000" pitchFamily="2" charset="2"/>
              <a:buChar char="q"/>
            </a:pP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885BF399-6F96-DA18-712C-57ED7B9B5C02}"/>
              </a:ext>
            </a:extLst>
          </p:cNvPr>
          <p:cNvSpPr txBox="1"/>
          <p:nvPr/>
        </p:nvSpPr>
        <p:spPr>
          <a:xfrm>
            <a:off x="6251713" y="5699909"/>
            <a:ext cx="6241774" cy="954107"/>
          </a:xfrm>
          <a:prstGeom prst="rect">
            <a:avLst/>
          </a:prstGeom>
          <a:noFill/>
        </p:spPr>
        <p:txBody>
          <a:bodyPr wrap="square" rtlCol="0">
            <a:spAutoFit/>
          </a:bodyPr>
          <a:lstStyle/>
          <a:p>
            <a:r>
              <a:rPr lang="en-IN" sz="1400" dirty="0">
                <a:latin typeface="Times New Roman" panose="02020603050405020304" pitchFamily="18" charset="0"/>
                <a:cs typeface="Times New Roman" panose="02020603050405020304" pitchFamily="18" charset="0"/>
              </a:rPr>
              <a:t>Sources </a:t>
            </a:r>
            <a:r>
              <a:rPr lang="en-US" sz="1400" dirty="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hlinkClick r:id="rId2"/>
              </a:rPr>
              <a:t>https://en.wikipedia.org/wiki/Religion_in_India?utm_source=chatgpt.com-</a:t>
            </a:r>
            <a:endParaRPr lang="en-US" sz="1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hlinkClick r:id="rId3"/>
              </a:rPr>
              <a:t>https://blog.dharmikvibes.com/p/648907-temples-a-state-wise-breakdown-india?utm_source=chatgpt.com</a:t>
            </a:r>
            <a:r>
              <a:rPr lang="en-US" sz="1400" dirty="0">
                <a:latin typeface="Times New Roman" panose="02020603050405020304" pitchFamily="18" charset="0"/>
                <a:cs typeface="Times New Roman" panose="02020603050405020304" pitchFamily="18" charset="0"/>
              </a:rPr>
              <a:t> </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10173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FFF92A-E191-301E-84B9-C97A292C5F51}"/>
              </a:ext>
            </a:extLst>
          </p:cNvPr>
          <p:cNvSpPr>
            <a:spLocks noGrp="1"/>
          </p:cNvSpPr>
          <p:nvPr>
            <p:ph type="title"/>
          </p:nvPr>
        </p:nvSpPr>
        <p:spPr/>
        <p:txBody>
          <a:bodyPr>
            <a:normAutofit/>
          </a:bodyPr>
          <a:lstStyle/>
          <a:p>
            <a:r>
              <a:rPr lang="en-US" sz="6000" dirty="0">
                <a:latin typeface="Times New Roman" panose="02020603050405020304" pitchFamily="18" charset="0"/>
                <a:cs typeface="Times New Roman" panose="02020603050405020304" pitchFamily="18" charset="0"/>
              </a:rPr>
              <a:t>Marketing Strategy </a:t>
            </a:r>
          </a:p>
        </p:txBody>
      </p:sp>
      <p:sp>
        <p:nvSpPr>
          <p:cNvPr id="12" name="TextBox 11">
            <a:extLst>
              <a:ext uri="{FF2B5EF4-FFF2-40B4-BE49-F238E27FC236}">
                <a16:creationId xmlns:a16="http://schemas.microsoft.com/office/drawing/2014/main" id="{64A6D50D-B988-E1DF-8CFB-3A105FCF1B77}"/>
              </a:ext>
            </a:extLst>
          </p:cNvPr>
          <p:cNvSpPr txBox="1"/>
          <p:nvPr/>
        </p:nvSpPr>
        <p:spPr>
          <a:xfrm>
            <a:off x="226943" y="2198512"/>
            <a:ext cx="11738113" cy="4505336"/>
          </a:xfrm>
          <a:prstGeom prst="rect">
            <a:avLst/>
          </a:prstGeom>
          <a:noFill/>
        </p:spPr>
        <p:txBody>
          <a:bodyPr wrap="square">
            <a:spAutoFit/>
          </a:bodyPr>
          <a:lstStyle/>
          <a:p>
            <a:pPr marL="285750" indent="-285750" algn="just">
              <a:lnSpc>
                <a:spcPct val="150000"/>
              </a:lnSpc>
              <a:buFont typeface="Wingdings" pitchFamily="2" charset="2"/>
              <a:buChar char="v"/>
            </a:pPr>
            <a:r>
              <a:rPr lang="en-US" b="1" dirty="0">
                <a:latin typeface="Times New Roman" panose="02020603050405020304" pitchFamily="18" charset="0"/>
                <a:cs typeface="Times New Roman" panose="02020603050405020304" pitchFamily="18" charset="0"/>
              </a:rPr>
              <a:t>Digital Outreach</a:t>
            </a:r>
            <a:r>
              <a:rPr lang="en-US" dirty="0">
                <a:latin typeface="Times New Roman" panose="02020603050405020304" pitchFamily="18" charset="0"/>
                <a:cs typeface="Times New Roman" panose="02020603050405020304" pitchFamily="18" charset="0"/>
              </a:rPr>
              <a:t>: Post Instagram/YouTube reels showing temple events and rituals, then partner with religious influencers to promote the app.</a:t>
            </a:r>
          </a:p>
          <a:p>
            <a:pPr marL="285750" indent="-285750" algn="just">
              <a:lnSpc>
                <a:spcPct val="150000"/>
              </a:lnSpc>
              <a:buFont typeface="Wingdings" pitchFamily="2" charset="2"/>
              <a:buChar char="v"/>
            </a:pPr>
            <a:r>
              <a:rPr lang="en-IN" b="1" dirty="0">
                <a:latin typeface="Times New Roman" panose="02020603050405020304" pitchFamily="18" charset="0"/>
                <a:cs typeface="Times New Roman" panose="02020603050405020304" pitchFamily="18" charset="0"/>
              </a:rPr>
              <a:t>Offline events</a:t>
            </a:r>
            <a:r>
              <a:rPr lang="en-IN" dirty="0">
                <a:latin typeface="Times New Roman" panose="02020603050405020304" pitchFamily="18" charset="0"/>
                <a:cs typeface="Times New Roman" panose="02020603050405020304" pitchFamily="18" charset="0"/>
              </a:rPr>
              <a:t>: Hosting free rituals in community halls with the help of pandits or Panditji's.</a:t>
            </a:r>
            <a:endParaRPr lang="en-IN"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342900" lvl="0" indent="-342900" algn="just">
              <a:lnSpc>
                <a:spcPct val="150000"/>
              </a:lnSpc>
              <a:spcAft>
                <a:spcPts val="800"/>
              </a:spcAft>
              <a:buFont typeface="Wingdings" pitchFamily="2" charset="2"/>
              <a:buChar char="v"/>
            </a:pPr>
            <a:r>
              <a:rPr lang="en-IN" b="1" kern="100" dirty="0">
                <a:effectLst/>
                <a:latin typeface="Times New Roman" panose="02020603050405020304" pitchFamily="18" charset="0"/>
                <a:ea typeface="Aptos" panose="020B0004020202020204" pitchFamily="34" charset="0"/>
                <a:cs typeface="Times New Roman" panose="02020603050405020304" pitchFamily="18" charset="0"/>
              </a:rPr>
              <a:t>Engage using Popup Notifications</a:t>
            </a:r>
            <a:r>
              <a:rPr lang="en-IN" kern="100" dirty="0">
                <a:effectLst/>
                <a:latin typeface="Times New Roman" panose="02020603050405020304" pitchFamily="18" charset="0"/>
                <a:ea typeface="Aptos" panose="020B0004020202020204" pitchFamily="34" charset="0"/>
                <a:cs typeface="Times New Roman" panose="02020603050405020304" pitchFamily="18" charset="0"/>
              </a:rPr>
              <a:t>- We can add notifications that would pop up for the devotees and other who will sign up to the app/website</a:t>
            </a:r>
            <a:endParaRPr lang="en-IN" dirty="0">
              <a:effectLst/>
              <a:latin typeface="Times New Roman" panose="02020603050405020304" pitchFamily="18" charset="0"/>
              <a:ea typeface="Aptos" panose="020B0004020202020204" pitchFamily="34" charset="0"/>
              <a:cs typeface="Times New Roman" panose="02020603050405020304" pitchFamily="18" charset="0"/>
            </a:endParaRPr>
          </a:p>
          <a:p>
            <a:pPr marL="342900" lvl="0" indent="-342900" algn="just">
              <a:lnSpc>
                <a:spcPct val="150000"/>
              </a:lnSpc>
              <a:spcAft>
                <a:spcPts val="800"/>
              </a:spcAft>
              <a:buFont typeface="Wingdings" pitchFamily="2" charset="2"/>
              <a:buChar char="v"/>
            </a:pPr>
            <a:r>
              <a:rPr lang="en-IN" b="1" dirty="0">
                <a:latin typeface="Times New Roman" panose="02020603050405020304" pitchFamily="18" charset="0"/>
                <a:ea typeface="Aptos" panose="020B0004020202020204" pitchFamily="34" charset="0"/>
                <a:cs typeface="Times New Roman" panose="02020603050405020304" pitchFamily="18" charset="0"/>
              </a:rPr>
              <a:t>Highlight </a:t>
            </a:r>
            <a:r>
              <a:rPr lang="en-IN" b="1" dirty="0">
                <a:latin typeface="Times New Roman" panose="02020603050405020304" pitchFamily="18" charset="0"/>
                <a:cs typeface="Times New Roman" panose="02020603050405020304" pitchFamily="18" charset="0"/>
              </a:rPr>
              <a:t>Language Accessibility</a:t>
            </a:r>
            <a:r>
              <a:rPr lang="en-IN" dirty="0">
                <a:latin typeface="Times New Roman" panose="02020603050405020304" pitchFamily="18" charset="0"/>
                <a:cs typeface="Times New Roman" panose="02020603050405020304" pitchFamily="18" charset="0"/>
              </a:rPr>
              <a:t>: Market the language support feature that is comfortable and familiar for the target audience.</a:t>
            </a:r>
          </a:p>
          <a:p>
            <a:pPr marL="342900" lvl="0" indent="-342900" algn="just">
              <a:lnSpc>
                <a:spcPct val="150000"/>
              </a:lnSpc>
              <a:spcAft>
                <a:spcPts val="800"/>
              </a:spcAft>
              <a:buFont typeface="Wingdings" pitchFamily="2" charset="2"/>
              <a:buChar char="v"/>
            </a:pPr>
            <a:r>
              <a:rPr lang="en-IN" b="1" dirty="0">
                <a:latin typeface="Times New Roman" panose="02020603050405020304" pitchFamily="18" charset="0"/>
                <a:cs typeface="Times New Roman" panose="02020603050405020304" pitchFamily="18" charset="0"/>
              </a:rPr>
              <a:t>Partnership with temples and ashrams</a:t>
            </a:r>
            <a:r>
              <a:rPr lang="en-IN"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Collaborate with local temples, spiritual centers, and dharmic organizations to promote the app by providing referrals.</a:t>
            </a:r>
          </a:p>
          <a:p>
            <a:pPr marL="342900" lvl="0" indent="-342900" algn="just">
              <a:lnSpc>
                <a:spcPct val="150000"/>
              </a:lnSpc>
              <a:spcAft>
                <a:spcPts val="800"/>
              </a:spcAft>
              <a:buFont typeface="Wingdings" pitchFamily="2" charset="2"/>
              <a:buChar char="v"/>
            </a:pPr>
            <a:r>
              <a:rPr lang="en-IN" b="1" dirty="0">
                <a:latin typeface="Times New Roman" panose="02020603050405020304" pitchFamily="18" charset="0"/>
                <a:cs typeface="Times New Roman" panose="02020603050405020304" pitchFamily="18" charset="0"/>
              </a:rPr>
              <a:t>QR code- </a:t>
            </a:r>
            <a:r>
              <a:rPr lang="en-US" dirty="0">
                <a:latin typeface="Times New Roman" panose="02020603050405020304" pitchFamily="18" charset="0"/>
                <a:cs typeface="Times New Roman" panose="02020603050405020304" pitchFamily="18" charset="0"/>
              </a:rPr>
              <a:t>one-stop solution for authentic Hindu poojas, trusted pandits, and spiritual guidance and add communities.</a:t>
            </a:r>
          </a:p>
        </p:txBody>
      </p:sp>
    </p:spTree>
    <p:extLst>
      <p:ext uri="{BB962C8B-B14F-4D97-AF65-F5344CB8AC3E}">
        <p14:creationId xmlns:p14="http://schemas.microsoft.com/office/powerpoint/2010/main" val="38457318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BDD1931-9E86-4402-9A68-33A2D9EFB1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199" y="1709928"/>
            <a:ext cx="105156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useBgFill="1">
        <p:nvSpPr>
          <p:cNvPr id="10" name="Rectangle 9">
            <a:extLst>
              <a:ext uri="{FF2B5EF4-FFF2-40B4-BE49-F238E27FC236}">
                <a16:creationId xmlns:a16="http://schemas.microsoft.com/office/drawing/2014/main" id="{AC17DE74-01C9-4859-B65A-85CF999E8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068C0432-0E90-4CC1-8CD3-D44A90DF0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5E412173-D431-83F2-0331-8F8E97AE330A}"/>
              </a:ext>
            </a:extLst>
          </p:cNvPr>
          <p:cNvSpPr>
            <a:spLocks noGrp="1"/>
          </p:cNvSpPr>
          <p:nvPr>
            <p:ph type="title"/>
          </p:nvPr>
        </p:nvSpPr>
        <p:spPr>
          <a:xfrm>
            <a:off x="838200" y="401221"/>
            <a:ext cx="10515600" cy="1348065"/>
          </a:xfrm>
        </p:spPr>
        <p:txBody>
          <a:bodyPr vert="horz" lIns="91440" tIns="45720" rIns="91440" bIns="45720" rtlCol="0" anchor="ctr">
            <a:normAutofit/>
          </a:bodyPr>
          <a:lstStyle/>
          <a:p>
            <a:pPr algn="l"/>
            <a:r>
              <a:rPr lang="en-IN" sz="4400" dirty="0">
                <a:latin typeface="Times New Roman" panose="02020603050405020304" pitchFamily="18" charset="0"/>
                <a:cs typeface="Times New Roman" panose="02020603050405020304" pitchFamily="18" charset="0"/>
              </a:rPr>
              <a:t>Pre-launch Activities of the Application</a:t>
            </a:r>
            <a:endParaRPr lang="en-US" sz="44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2780C4B8-ABA1-B9C3-405E-7562197972FB}"/>
              </a:ext>
            </a:extLst>
          </p:cNvPr>
          <p:cNvSpPr>
            <a:spLocks noGrp="1"/>
          </p:cNvSpPr>
          <p:nvPr>
            <p:ph type="body" sz="quarter" idx="13"/>
          </p:nvPr>
        </p:nvSpPr>
        <p:spPr>
          <a:xfrm>
            <a:off x="319856" y="2234191"/>
            <a:ext cx="11869095" cy="4824976"/>
          </a:xfrm>
        </p:spPr>
        <p:txBody>
          <a:bodyPr vert="horz" lIns="91440" tIns="45720" rIns="91440" bIns="45720" rtlCol="0">
            <a:noAutofit/>
          </a:bodyPr>
          <a:lstStyle/>
          <a:p>
            <a:pPr marL="342900" indent="-342900" algn="l">
              <a:lnSpc>
                <a:spcPct val="150000"/>
              </a:lnSpc>
              <a:buFont typeface="Wingdings" panose="05000000000000000000" pitchFamily="2" charset="2"/>
              <a:buChar char="v"/>
            </a:pPr>
            <a:r>
              <a:rPr lang="en-US" sz="1800" dirty="0">
                <a:solidFill>
                  <a:schemeClr val="tx1"/>
                </a:solidFill>
                <a:latin typeface="Times New Roman" panose="02020603050405020304" pitchFamily="18" charset="0"/>
                <a:cs typeface="Times New Roman" panose="02020603050405020304" pitchFamily="18" charset="0"/>
              </a:rPr>
              <a:t>Generate and circulate the website QR code via print and digital media.</a:t>
            </a:r>
            <a:endParaRPr lang="en-US" sz="1800" b="1" dirty="0">
              <a:solidFill>
                <a:schemeClr val="tx1"/>
              </a:solidFill>
              <a:latin typeface="Times New Roman" panose="02020603050405020304" pitchFamily="18" charset="0"/>
              <a:cs typeface="Times New Roman" panose="02020603050405020304" pitchFamily="18" charset="0"/>
              <a:sym typeface="Arimo Bold"/>
            </a:endParaRPr>
          </a:p>
          <a:p>
            <a:pPr marL="0" indent="0" algn="l">
              <a:lnSpc>
                <a:spcPct val="150000"/>
              </a:lnSpc>
            </a:pPr>
            <a:r>
              <a:rPr lang="en-US" sz="1800" b="1" dirty="0">
                <a:solidFill>
                  <a:schemeClr val="tx1"/>
                </a:solidFill>
                <a:latin typeface="Times New Roman" panose="02020603050405020304" pitchFamily="18" charset="0"/>
                <a:ea typeface="Arimo Bold"/>
                <a:cs typeface="Times New Roman" panose="02020603050405020304" pitchFamily="18" charset="0"/>
                <a:sym typeface="Arimo Bold"/>
              </a:rPr>
              <a:t>        </a:t>
            </a:r>
            <a:r>
              <a:rPr lang="en-US" sz="1800" dirty="0">
                <a:solidFill>
                  <a:schemeClr val="tx1"/>
                </a:solidFill>
                <a:latin typeface="Times New Roman" panose="02020603050405020304" pitchFamily="18" charset="0"/>
                <a:ea typeface="Arimo Bold"/>
                <a:cs typeface="Times New Roman" panose="02020603050405020304" pitchFamily="18" charset="0"/>
                <a:sym typeface="Arimo Bold"/>
              </a:rPr>
              <a:t>Website- </a:t>
            </a:r>
            <a:r>
              <a:rPr lang="en-US" sz="1800" b="1" dirty="0" err="1">
                <a:solidFill>
                  <a:schemeClr val="tx1"/>
                </a:solidFill>
                <a:latin typeface="Times New Roman" panose="02020603050405020304" pitchFamily="18" charset="0"/>
                <a:ea typeface="Arimo Bold"/>
                <a:cs typeface="Times New Roman" panose="02020603050405020304" pitchFamily="18" charset="0"/>
                <a:sym typeface="Arimo Bold"/>
              </a:rPr>
              <a:t>Mangal.Bhav</a:t>
            </a:r>
            <a:endParaRPr lang="en-US" sz="1800" b="1" dirty="0">
              <a:solidFill>
                <a:schemeClr val="tx1"/>
              </a:solidFill>
              <a:latin typeface="Times New Roman" panose="02020603050405020304" pitchFamily="18" charset="0"/>
              <a:ea typeface="Arimo Bold"/>
              <a:cs typeface="Times New Roman" panose="02020603050405020304" pitchFamily="18" charset="0"/>
              <a:sym typeface="Arimo Bold"/>
            </a:endParaRPr>
          </a:p>
          <a:p>
            <a:pPr marL="285750" indent="-285750" algn="l">
              <a:lnSpc>
                <a:spcPct val="150000"/>
              </a:lnSpc>
              <a:buFont typeface="Wingdings" panose="05000000000000000000" pitchFamily="2" charset="2"/>
              <a:buChar char="v"/>
            </a:pPr>
            <a:r>
              <a:rPr lang="en-US" sz="1800" b="1" dirty="0">
                <a:solidFill>
                  <a:schemeClr val="tx1"/>
                </a:solidFill>
                <a:latin typeface="Times New Roman" panose="02020603050405020304" pitchFamily="18" charset="0"/>
                <a:ea typeface="Arimo Bold"/>
                <a:cs typeface="Times New Roman" panose="02020603050405020304" pitchFamily="18" charset="0"/>
                <a:sym typeface="Arimo Bold"/>
              </a:rPr>
              <a:t>Social Media Presence- </a:t>
            </a:r>
            <a:r>
              <a:rPr lang="en-US" sz="1800" dirty="0">
                <a:solidFill>
                  <a:schemeClr val="tx1"/>
                </a:solidFill>
                <a:latin typeface="Times New Roman" panose="02020603050405020304" pitchFamily="18" charset="0"/>
                <a:ea typeface="Overpass Light"/>
                <a:cs typeface="Times New Roman" panose="02020603050405020304" pitchFamily="18" charset="0"/>
                <a:sym typeface="Overpass Light"/>
              </a:rPr>
              <a:t>Create accounts on Instagram and YouTube to share spiritual content                     </a:t>
            </a:r>
          </a:p>
          <a:p>
            <a:pPr marL="0" indent="0" algn="l">
              <a:lnSpc>
                <a:spcPct val="150000"/>
              </a:lnSpc>
            </a:pPr>
            <a:r>
              <a:rPr lang="en-US" sz="1800" dirty="0">
                <a:solidFill>
                  <a:schemeClr val="tx1"/>
                </a:solidFill>
                <a:latin typeface="Times New Roman" panose="02020603050405020304" pitchFamily="18" charset="0"/>
                <a:ea typeface="Overpass Light"/>
                <a:cs typeface="Times New Roman" panose="02020603050405020304" pitchFamily="18" charset="0"/>
                <a:sym typeface="Overpass Light"/>
              </a:rPr>
              <a:t>      </a:t>
            </a:r>
            <a:r>
              <a:rPr lang="en-US" sz="1800" dirty="0" err="1">
                <a:solidFill>
                  <a:schemeClr val="tx1"/>
                </a:solidFill>
                <a:latin typeface="Times New Roman" panose="02020603050405020304" pitchFamily="18" charset="0"/>
                <a:ea typeface="Overpass Light"/>
                <a:cs typeface="Times New Roman" panose="02020603050405020304" pitchFamily="18" charset="0"/>
                <a:sym typeface="Overpass Light"/>
              </a:rPr>
              <a:t>Mangal_bhav</a:t>
            </a:r>
            <a:r>
              <a:rPr lang="en-US" sz="1800" dirty="0">
                <a:solidFill>
                  <a:schemeClr val="tx1"/>
                </a:solidFill>
                <a:latin typeface="Times New Roman" panose="02020603050405020304" pitchFamily="18" charset="0"/>
                <a:ea typeface="Overpass Light"/>
                <a:cs typeface="Times New Roman" panose="02020603050405020304" pitchFamily="18" charset="0"/>
                <a:sym typeface="Overpass Light"/>
              </a:rPr>
              <a:t>                           </a:t>
            </a:r>
            <a:r>
              <a:rPr lang="en-US" sz="1800" dirty="0" err="1">
                <a:solidFill>
                  <a:schemeClr val="tx1"/>
                </a:solidFill>
                <a:latin typeface="Times New Roman" panose="02020603050405020304" pitchFamily="18" charset="0"/>
                <a:ea typeface="Overpass Light"/>
                <a:cs typeface="Times New Roman" panose="02020603050405020304" pitchFamily="18" charset="0"/>
                <a:sym typeface="Overpass Light"/>
              </a:rPr>
              <a:t>Mangal_Bhav</a:t>
            </a:r>
            <a:r>
              <a:rPr lang="en-US" sz="1800" dirty="0">
                <a:solidFill>
                  <a:schemeClr val="tx1"/>
                </a:solidFill>
                <a:latin typeface="Times New Roman" panose="02020603050405020304" pitchFamily="18" charset="0"/>
                <a:ea typeface="Overpass Light"/>
                <a:cs typeface="Times New Roman" panose="02020603050405020304" pitchFamily="18" charset="0"/>
                <a:sym typeface="Overpass Light"/>
              </a:rPr>
              <a:t>                           Mangal Bhav </a:t>
            </a:r>
          </a:p>
          <a:p>
            <a:pPr marL="342900" indent="-342900" algn="l">
              <a:lnSpc>
                <a:spcPct val="150000"/>
              </a:lnSpc>
              <a:buFont typeface="Wingdings" panose="05000000000000000000" pitchFamily="2" charset="2"/>
              <a:buChar char="v"/>
            </a:pPr>
            <a:r>
              <a:rPr lang="en-US" sz="1800" dirty="0">
                <a:solidFill>
                  <a:schemeClr val="tx1"/>
                </a:solidFill>
                <a:latin typeface="Times New Roman" panose="02020603050405020304" pitchFamily="18" charset="0"/>
                <a:ea typeface="Overpass Light"/>
                <a:cs typeface="Times New Roman" panose="02020603050405020304" pitchFamily="18" charset="0"/>
                <a:sym typeface="Overpass Light"/>
              </a:rPr>
              <a:t>Targeted </a:t>
            </a:r>
            <a:r>
              <a:rPr lang="en-US" sz="1800" b="1" dirty="0">
                <a:solidFill>
                  <a:schemeClr val="tx1"/>
                </a:solidFill>
                <a:latin typeface="Times New Roman" panose="02020603050405020304" pitchFamily="18" charset="0"/>
                <a:ea typeface="Overpass Light"/>
                <a:cs typeface="Times New Roman" panose="02020603050405020304" pitchFamily="18" charset="0"/>
                <a:sym typeface="Overpass Light"/>
              </a:rPr>
              <a:t>WhatsApp</a:t>
            </a:r>
            <a:r>
              <a:rPr lang="en-US" sz="1800" dirty="0">
                <a:solidFill>
                  <a:schemeClr val="tx1"/>
                </a:solidFill>
                <a:latin typeface="Times New Roman" panose="02020603050405020304" pitchFamily="18" charset="0"/>
                <a:ea typeface="Overpass Light"/>
                <a:cs typeface="Times New Roman" panose="02020603050405020304" pitchFamily="18" charset="0"/>
                <a:sym typeface="Overpass Light"/>
              </a:rPr>
              <a:t> and </a:t>
            </a:r>
            <a:r>
              <a:rPr lang="en-US" sz="1800" b="1" dirty="0">
                <a:solidFill>
                  <a:schemeClr val="tx1"/>
                </a:solidFill>
                <a:latin typeface="Times New Roman" panose="02020603050405020304" pitchFamily="18" charset="0"/>
                <a:ea typeface="Overpass Light"/>
                <a:cs typeface="Times New Roman" panose="02020603050405020304" pitchFamily="18" charset="0"/>
                <a:sym typeface="Overpass Light"/>
              </a:rPr>
              <a:t>SMS</a:t>
            </a:r>
            <a:r>
              <a:rPr lang="en-US" sz="1800" dirty="0">
                <a:solidFill>
                  <a:schemeClr val="tx1"/>
                </a:solidFill>
                <a:latin typeface="Times New Roman" panose="02020603050405020304" pitchFamily="18" charset="0"/>
                <a:ea typeface="Overpass Light"/>
                <a:cs typeface="Times New Roman" panose="02020603050405020304" pitchFamily="18" charset="0"/>
                <a:sym typeface="Overpass Light"/>
              </a:rPr>
              <a:t> engagement to drive traffic to our social media pages and encourage app downloads.</a:t>
            </a:r>
          </a:p>
          <a:p>
            <a:pPr marL="342900" indent="-342900" algn="l">
              <a:lnSpc>
                <a:spcPct val="150000"/>
              </a:lnSpc>
              <a:buFont typeface="Wingdings" panose="05000000000000000000" pitchFamily="2" charset="2"/>
              <a:buChar char="v"/>
            </a:pPr>
            <a:r>
              <a:rPr lang="en-US" sz="1800" b="1" dirty="0">
                <a:solidFill>
                  <a:schemeClr val="tx1"/>
                </a:solidFill>
                <a:latin typeface="Times New Roman" panose="02020603050405020304" pitchFamily="18" charset="0"/>
                <a:ea typeface="Arimo Bold"/>
                <a:cs typeface="Times New Roman" panose="02020603050405020304" pitchFamily="18" charset="0"/>
                <a:sym typeface="Arimo Bold"/>
              </a:rPr>
              <a:t>Collection of Content-- </a:t>
            </a:r>
            <a:r>
              <a:rPr lang="en-US" sz="1800" dirty="0">
                <a:solidFill>
                  <a:schemeClr val="tx1"/>
                </a:solidFill>
                <a:latin typeface="Times New Roman" panose="02020603050405020304" pitchFamily="18" charset="0"/>
                <a:ea typeface="Overpass Light"/>
                <a:cs typeface="Times New Roman" panose="02020603050405020304" pitchFamily="18" charset="0"/>
                <a:sym typeface="Overpass Light"/>
              </a:rPr>
              <a:t>Gather videos and info introducing Panditjis.</a:t>
            </a:r>
          </a:p>
          <a:p>
            <a:pPr marL="342900" indent="-342900" algn="l">
              <a:lnSpc>
                <a:spcPct val="150000"/>
              </a:lnSpc>
              <a:buFont typeface="Wingdings" panose="05000000000000000000" pitchFamily="2" charset="2"/>
              <a:buChar char="v"/>
            </a:pPr>
            <a:r>
              <a:rPr lang="en-US" sz="1800" b="1" dirty="0">
                <a:solidFill>
                  <a:schemeClr val="tx1"/>
                </a:solidFill>
                <a:latin typeface="Times New Roman" panose="02020603050405020304" pitchFamily="18" charset="0"/>
                <a:ea typeface="Arimo Bold"/>
                <a:cs typeface="Times New Roman" panose="02020603050405020304" pitchFamily="18" charset="0"/>
                <a:sym typeface="Arimo Bold"/>
              </a:rPr>
              <a:t>Post and share content- </a:t>
            </a:r>
            <a:r>
              <a:rPr lang="en-US" sz="1800" dirty="0">
                <a:solidFill>
                  <a:schemeClr val="tx1"/>
                </a:solidFill>
                <a:latin typeface="Times New Roman" panose="02020603050405020304" pitchFamily="18" charset="0"/>
                <a:ea typeface="Arimo Bold"/>
                <a:cs typeface="Times New Roman" panose="02020603050405020304" pitchFamily="18" charset="0"/>
                <a:sym typeface="Arimo Bold"/>
              </a:rPr>
              <a:t>Edit</a:t>
            </a:r>
            <a:r>
              <a:rPr lang="en-US" sz="1800" dirty="0">
                <a:solidFill>
                  <a:schemeClr val="tx1"/>
                </a:solidFill>
                <a:latin typeface="Times New Roman" panose="02020603050405020304" pitchFamily="18" charset="0"/>
                <a:ea typeface="Overpass Light"/>
                <a:cs typeface="Times New Roman" panose="02020603050405020304" pitchFamily="18" charset="0"/>
                <a:sym typeface="Overpass Light"/>
              </a:rPr>
              <a:t> and upload engaging spiritual videos regularly</a:t>
            </a:r>
          </a:p>
          <a:p>
            <a:pPr marL="342900" indent="-342900" algn="l">
              <a:lnSpc>
                <a:spcPct val="150000"/>
              </a:lnSpc>
              <a:buFont typeface="Wingdings" panose="05000000000000000000" pitchFamily="2" charset="2"/>
              <a:buChar char="v"/>
            </a:pPr>
            <a:r>
              <a:rPr lang="en-US" sz="1800" b="1" dirty="0">
                <a:solidFill>
                  <a:schemeClr val="tx1"/>
                </a:solidFill>
                <a:latin typeface="Times New Roman" panose="02020603050405020304" pitchFamily="18" charset="0"/>
                <a:cs typeface="Times New Roman" panose="02020603050405020304" pitchFamily="18" charset="0"/>
              </a:rPr>
              <a:t>Printed Creatives- </a:t>
            </a:r>
            <a:r>
              <a:rPr lang="en-US" sz="1800" dirty="0">
                <a:solidFill>
                  <a:schemeClr val="tx1"/>
                </a:solidFill>
                <a:latin typeface="Times New Roman" panose="02020603050405020304" pitchFamily="18" charset="0"/>
                <a:cs typeface="Times New Roman" panose="02020603050405020304" pitchFamily="18" charset="0"/>
              </a:rPr>
              <a:t>Brochures, Visiting Cards, Posters</a:t>
            </a:r>
          </a:p>
          <a:p>
            <a:pPr marL="0" indent="0" algn="l"/>
            <a:endParaRPr lang="en-US" sz="2600" dirty="0">
              <a:solidFill>
                <a:schemeClr val="tx1"/>
              </a:solidFill>
              <a:latin typeface="Times New Roman" panose="02020603050405020304" pitchFamily="18" charset="0"/>
              <a:cs typeface="Times New Roman" panose="02020603050405020304" pitchFamily="18" charset="0"/>
            </a:endParaRPr>
          </a:p>
        </p:txBody>
      </p:sp>
      <p:pic>
        <p:nvPicPr>
          <p:cNvPr id="4" name="Picture 3" descr="A logo of a camera&#10;&#10;AI-generated content may be incorrect.">
            <a:hlinkClick r:id="rId2"/>
            <a:extLst>
              <a:ext uri="{FF2B5EF4-FFF2-40B4-BE49-F238E27FC236}">
                <a16:creationId xmlns:a16="http://schemas.microsoft.com/office/drawing/2014/main" id="{57C6F542-921C-1CC2-6F9D-4AA0F3D11780}"/>
              </a:ext>
            </a:extLst>
          </p:cNvPr>
          <p:cNvPicPr>
            <a:picLocks noChangeAspect="1"/>
          </p:cNvPicPr>
          <p:nvPr/>
        </p:nvPicPr>
        <p:blipFill>
          <a:blip r:embed="rId3" cstate="print">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2064791" y="3778288"/>
            <a:ext cx="714000" cy="540000"/>
          </a:xfrm>
          <a:prstGeom prst="rect">
            <a:avLst/>
          </a:prstGeom>
        </p:spPr>
      </p:pic>
      <p:pic>
        <p:nvPicPr>
          <p:cNvPr id="5" name="Picture 4" descr="A red and white play button&#10;&#10;AI-generated content may be incorrect.">
            <a:hlinkClick r:id="rId5"/>
            <a:extLst>
              <a:ext uri="{FF2B5EF4-FFF2-40B4-BE49-F238E27FC236}">
                <a16:creationId xmlns:a16="http://schemas.microsoft.com/office/drawing/2014/main" id="{25A934DD-754F-F4F9-FA27-D985707E2436}"/>
              </a:ext>
            </a:extLst>
          </p:cNvPr>
          <p:cNvPicPr>
            <a:picLocks noChangeAspect="1"/>
          </p:cNvPicPr>
          <p:nvPr/>
        </p:nvPicPr>
        <p:blipFill>
          <a:blip r:embed="rId6" cstate="print">
            <a:extLst>
              <a:ext uri="{28A0092B-C50C-407E-A947-70E740481C1C}">
                <a14:useLocalDpi xmlns:a14="http://schemas.microsoft.com/office/drawing/2010/main" val="0"/>
              </a:ext>
              <a:ext uri="{837473B0-CC2E-450A-ABE3-18F120FF3D39}">
                <a1611:picAttrSrcUrl xmlns:a1611="http://schemas.microsoft.com/office/drawing/2016/11/main" r:id="rId7"/>
              </a:ext>
            </a:extLst>
          </a:blip>
          <a:stretch>
            <a:fillRect/>
          </a:stretch>
        </p:blipFill>
        <p:spPr>
          <a:xfrm>
            <a:off x="4976123" y="3867071"/>
            <a:ext cx="460800" cy="324000"/>
          </a:xfrm>
          <a:prstGeom prst="rect">
            <a:avLst/>
          </a:prstGeom>
        </p:spPr>
      </p:pic>
      <p:pic>
        <p:nvPicPr>
          <p:cNvPr id="6" name="Picture 5" descr="A blue square with a white f logo&#10;&#10;AI-generated content may be incorrect.">
            <a:hlinkClick r:id="rId8"/>
            <a:extLst>
              <a:ext uri="{FF2B5EF4-FFF2-40B4-BE49-F238E27FC236}">
                <a16:creationId xmlns:a16="http://schemas.microsoft.com/office/drawing/2014/main" id="{7D32AFA6-69F6-76F3-DC7C-279864B2D79D}"/>
              </a:ext>
            </a:extLst>
          </p:cNvPr>
          <p:cNvPicPr>
            <a:picLocks noChangeAspect="1"/>
          </p:cNvPicPr>
          <p:nvPr/>
        </p:nvPicPr>
        <p:blipFill>
          <a:blip r:embed="rId9" cstate="print">
            <a:extLst>
              <a:ext uri="{28A0092B-C50C-407E-A947-70E740481C1C}">
                <a14:useLocalDpi xmlns:a14="http://schemas.microsoft.com/office/drawing/2010/main" val="0"/>
              </a:ext>
              <a:ext uri="{837473B0-CC2E-450A-ABE3-18F120FF3D39}">
                <a1611:picAttrSrcUrl xmlns:a1611="http://schemas.microsoft.com/office/drawing/2016/11/main" r:id="rId10"/>
              </a:ext>
            </a:extLst>
          </a:blip>
          <a:stretch>
            <a:fillRect/>
          </a:stretch>
        </p:blipFill>
        <p:spPr>
          <a:xfrm>
            <a:off x="7682911" y="3751533"/>
            <a:ext cx="540000" cy="540000"/>
          </a:xfrm>
          <a:prstGeom prst="rect">
            <a:avLst/>
          </a:prstGeom>
        </p:spPr>
      </p:pic>
      <p:pic>
        <p:nvPicPr>
          <p:cNvPr id="7" name="Picture 6">
            <a:extLst>
              <a:ext uri="{FF2B5EF4-FFF2-40B4-BE49-F238E27FC236}">
                <a16:creationId xmlns:a16="http://schemas.microsoft.com/office/drawing/2014/main" id="{4E66CA04-5143-C75F-848E-071B79B3B229}"/>
              </a:ext>
            </a:extLst>
          </p:cNvPr>
          <p:cNvPicPr>
            <a:picLocks noChangeAspect="1"/>
          </p:cNvPicPr>
          <p:nvPr/>
        </p:nvPicPr>
        <p:blipFill>
          <a:blip r:embed="rId11"/>
          <a:stretch>
            <a:fillRect/>
          </a:stretch>
        </p:blipFill>
        <p:spPr>
          <a:xfrm>
            <a:off x="3193778" y="2748635"/>
            <a:ext cx="538941" cy="540000"/>
          </a:xfrm>
          <a:prstGeom prst="rect">
            <a:avLst/>
          </a:prstGeom>
        </p:spPr>
      </p:pic>
      <p:pic>
        <p:nvPicPr>
          <p:cNvPr id="13" name="Picture 12" descr="A qr code with black squares&#10;&#10;AI-generated content may be incorrect.">
            <a:extLst>
              <a:ext uri="{FF2B5EF4-FFF2-40B4-BE49-F238E27FC236}">
                <a16:creationId xmlns:a16="http://schemas.microsoft.com/office/drawing/2014/main" id="{1763A68B-EDA4-81D5-4F2D-B792B70A2528}"/>
              </a:ext>
            </a:extLst>
          </p:cNvPr>
          <p:cNvPicPr>
            <a:picLocks noChangeAspect="1"/>
          </p:cNvPicPr>
          <p:nvPr/>
        </p:nvPicPr>
        <p:blipFill>
          <a:blip r:embed="rId12"/>
          <a:stretch>
            <a:fillRect/>
          </a:stretch>
        </p:blipFill>
        <p:spPr>
          <a:xfrm>
            <a:off x="2828647" y="3759071"/>
            <a:ext cx="540000" cy="540000"/>
          </a:xfrm>
          <a:prstGeom prst="rect">
            <a:avLst/>
          </a:prstGeom>
        </p:spPr>
      </p:pic>
      <p:pic>
        <p:nvPicPr>
          <p:cNvPr id="15" name="Picture 14" descr="A qr code on a white background&#10;&#10;AI-generated content may be incorrect.">
            <a:extLst>
              <a:ext uri="{FF2B5EF4-FFF2-40B4-BE49-F238E27FC236}">
                <a16:creationId xmlns:a16="http://schemas.microsoft.com/office/drawing/2014/main" id="{C62CC5DC-E3F9-6492-BDCF-103D68B06EEC}"/>
              </a:ext>
            </a:extLst>
          </p:cNvPr>
          <p:cNvPicPr>
            <a:picLocks noChangeAspect="1"/>
          </p:cNvPicPr>
          <p:nvPr/>
        </p:nvPicPr>
        <p:blipFill>
          <a:blip r:embed="rId13"/>
          <a:stretch>
            <a:fillRect/>
          </a:stretch>
        </p:blipFill>
        <p:spPr>
          <a:xfrm>
            <a:off x="5661060" y="3759071"/>
            <a:ext cx="540000" cy="540000"/>
          </a:xfrm>
          <a:prstGeom prst="rect">
            <a:avLst/>
          </a:prstGeom>
        </p:spPr>
      </p:pic>
      <p:pic>
        <p:nvPicPr>
          <p:cNvPr id="17" name="Picture 16" descr="A qr code on a white background&#10;&#10;AI-generated content may be incorrect.">
            <a:extLst>
              <a:ext uri="{FF2B5EF4-FFF2-40B4-BE49-F238E27FC236}">
                <a16:creationId xmlns:a16="http://schemas.microsoft.com/office/drawing/2014/main" id="{3A8E1F40-BC3D-9EEA-EF0D-CA28060A6D04}"/>
              </a:ext>
            </a:extLst>
          </p:cNvPr>
          <p:cNvPicPr>
            <a:picLocks noChangeAspect="1"/>
          </p:cNvPicPr>
          <p:nvPr/>
        </p:nvPicPr>
        <p:blipFill>
          <a:blip r:embed="rId14"/>
          <a:stretch>
            <a:fillRect/>
          </a:stretch>
        </p:blipFill>
        <p:spPr>
          <a:xfrm>
            <a:off x="8272767" y="3751533"/>
            <a:ext cx="540000" cy="540000"/>
          </a:xfrm>
          <a:prstGeom prst="rect">
            <a:avLst/>
          </a:prstGeom>
        </p:spPr>
      </p:pic>
    </p:spTree>
    <p:extLst>
      <p:ext uri="{BB962C8B-B14F-4D97-AF65-F5344CB8AC3E}">
        <p14:creationId xmlns:p14="http://schemas.microsoft.com/office/powerpoint/2010/main" val="22629414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phone&#10;&#10;AI-generated content may be incorrect.">
            <a:extLst>
              <a:ext uri="{FF2B5EF4-FFF2-40B4-BE49-F238E27FC236}">
                <a16:creationId xmlns:a16="http://schemas.microsoft.com/office/drawing/2014/main" id="{499FB128-0CE5-D556-F4DC-05E645140832}"/>
              </a:ext>
            </a:extLst>
          </p:cNvPr>
          <p:cNvPicPr>
            <a:picLocks noChangeAspect="1"/>
          </p:cNvPicPr>
          <p:nvPr/>
        </p:nvPicPr>
        <p:blipFill>
          <a:blip r:embed="rId2"/>
          <a:stretch>
            <a:fillRect/>
          </a:stretch>
        </p:blipFill>
        <p:spPr>
          <a:xfrm>
            <a:off x="787547" y="957600"/>
            <a:ext cx="2580525" cy="5400000"/>
          </a:xfrm>
          <a:prstGeom prst="rect">
            <a:avLst/>
          </a:prstGeom>
        </p:spPr>
      </p:pic>
      <p:pic>
        <p:nvPicPr>
          <p:cNvPr id="7" name="Picture 6" descr="A screenshot of a phone application">
            <a:extLst>
              <a:ext uri="{FF2B5EF4-FFF2-40B4-BE49-F238E27FC236}">
                <a16:creationId xmlns:a16="http://schemas.microsoft.com/office/drawing/2014/main" id="{948A39D7-67C4-EC7A-8A2E-4CA294CFB0EF}"/>
              </a:ext>
            </a:extLst>
          </p:cNvPr>
          <p:cNvPicPr>
            <a:picLocks noChangeAspect="1"/>
          </p:cNvPicPr>
          <p:nvPr/>
        </p:nvPicPr>
        <p:blipFill>
          <a:blip r:embed="rId3"/>
          <a:stretch>
            <a:fillRect/>
          </a:stretch>
        </p:blipFill>
        <p:spPr>
          <a:xfrm>
            <a:off x="9634830" y="957600"/>
            <a:ext cx="2046079" cy="5400000"/>
          </a:xfrm>
          <a:prstGeom prst="rect">
            <a:avLst/>
          </a:prstGeom>
        </p:spPr>
      </p:pic>
      <p:pic>
        <p:nvPicPr>
          <p:cNvPr id="9" name="Picture 8" descr="A screenshot of a phone&#10;&#10;AI-generated content may be incorrect.">
            <a:extLst>
              <a:ext uri="{FF2B5EF4-FFF2-40B4-BE49-F238E27FC236}">
                <a16:creationId xmlns:a16="http://schemas.microsoft.com/office/drawing/2014/main" id="{1AD2EFD9-45E2-A1E7-3003-D5714C87521F}"/>
              </a:ext>
            </a:extLst>
          </p:cNvPr>
          <p:cNvPicPr>
            <a:picLocks noChangeAspect="1"/>
          </p:cNvPicPr>
          <p:nvPr/>
        </p:nvPicPr>
        <p:blipFill>
          <a:blip r:embed="rId4"/>
          <a:stretch>
            <a:fillRect/>
          </a:stretch>
        </p:blipFill>
        <p:spPr>
          <a:xfrm>
            <a:off x="5075813" y="957600"/>
            <a:ext cx="2608231" cy="5400000"/>
          </a:xfrm>
          <a:prstGeom prst="rect">
            <a:avLst/>
          </a:prstGeom>
        </p:spPr>
      </p:pic>
      <p:cxnSp>
        <p:nvCxnSpPr>
          <p:cNvPr id="12" name="Straight Arrow Connector 11">
            <a:extLst>
              <a:ext uri="{FF2B5EF4-FFF2-40B4-BE49-F238E27FC236}">
                <a16:creationId xmlns:a16="http://schemas.microsoft.com/office/drawing/2014/main" id="{75F8919C-E57B-C7CA-BC0E-72BCC8D4FBB8}"/>
              </a:ext>
            </a:extLst>
          </p:cNvPr>
          <p:cNvCxnSpPr>
            <a:cxnSpLocks/>
          </p:cNvCxnSpPr>
          <p:nvPr/>
        </p:nvCxnSpPr>
        <p:spPr>
          <a:xfrm>
            <a:off x="3507220" y="3657600"/>
            <a:ext cx="1332000" cy="0"/>
          </a:xfrm>
          <a:prstGeom prst="straightConnector1">
            <a:avLst/>
          </a:prstGeom>
          <a:ln w="571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7" name="Straight Arrow Connector 16">
            <a:extLst>
              <a:ext uri="{FF2B5EF4-FFF2-40B4-BE49-F238E27FC236}">
                <a16:creationId xmlns:a16="http://schemas.microsoft.com/office/drawing/2014/main" id="{CFF9F32C-D059-1562-1B8A-A73A6E9B8CFA}"/>
              </a:ext>
            </a:extLst>
          </p:cNvPr>
          <p:cNvCxnSpPr>
            <a:cxnSpLocks/>
          </p:cNvCxnSpPr>
          <p:nvPr/>
        </p:nvCxnSpPr>
        <p:spPr>
          <a:xfrm>
            <a:off x="7983140" y="3657600"/>
            <a:ext cx="1352594" cy="0"/>
          </a:xfrm>
          <a:prstGeom prst="straightConnector1">
            <a:avLst/>
          </a:prstGeom>
          <a:ln w="571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 name="TextBox 12">
            <a:extLst>
              <a:ext uri="{FF2B5EF4-FFF2-40B4-BE49-F238E27FC236}">
                <a16:creationId xmlns:a16="http://schemas.microsoft.com/office/drawing/2014/main" id="{5E2D659A-3F7C-7A38-591E-797A9FF6D08E}"/>
              </a:ext>
            </a:extLst>
          </p:cNvPr>
          <p:cNvSpPr txBox="1"/>
          <p:nvPr/>
        </p:nvSpPr>
        <p:spPr>
          <a:xfrm>
            <a:off x="4630499" y="146457"/>
            <a:ext cx="3143920" cy="707886"/>
          </a:xfrm>
          <a:prstGeom prst="rect">
            <a:avLst/>
          </a:prstGeom>
          <a:noFill/>
        </p:spPr>
        <p:txBody>
          <a:bodyPr wrap="square" rtlCol="0">
            <a:spAutoFit/>
          </a:bodyPr>
          <a:lstStyle/>
          <a:p>
            <a:pPr algn="ctr"/>
            <a:r>
              <a:rPr lang="en-US" sz="4000" dirty="0">
                <a:latin typeface="Times New Roman" panose="02020603050405020304" pitchFamily="18" charset="0"/>
                <a:cs typeface="Times New Roman" panose="02020603050405020304" pitchFamily="18" charset="0"/>
              </a:rPr>
              <a:t>App Layout</a:t>
            </a:r>
            <a:endParaRPr lang="en-IN"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993419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BDD1931-9E86-4402-9A68-33A2D9EFB1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199" y="1709928"/>
            <a:ext cx="105156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useBgFill="1">
        <p:nvSpPr>
          <p:cNvPr id="10" name="Rectangle 9">
            <a:extLst>
              <a:ext uri="{FF2B5EF4-FFF2-40B4-BE49-F238E27FC236}">
                <a16:creationId xmlns:a16="http://schemas.microsoft.com/office/drawing/2014/main" id="{AC17DE74-01C9-4859-B65A-85CF999E8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068C0432-0E90-4CC1-8CD3-D44A90DF0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33B61F1C-1D23-402B-99D0-546395A40ABB}"/>
              </a:ext>
            </a:extLst>
          </p:cNvPr>
          <p:cNvSpPr>
            <a:spLocks noGrp="1"/>
          </p:cNvSpPr>
          <p:nvPr>
            <p:ph type="title"/>
          </p:nvPr>
        </p:nvSpPr>
        <p:spPr>
          <a:xfrm>
            <a:off x="188843" y="401221"/>
            <a:ext cx="11877261" cy="1348065"/>
          </a:xfrm>
        </p:spPr>
        <p:txBody>
          <a:bodyPr vert="horz" lIns="91440" tIns="45720" rIns="91440" bIns="45720" rtlCol="0" anchor="ctr">
            <a:noAutofit/>
          </a:bodyPr>
          <a:lstStyle/>
          <a:p>
            <a:pPr algn="l"/>
            <a:r>
              <a:rPr lang="en-US" sz="3400" dirty="0" err="1">
                <a:latin typeface="Times New Roman" panose="02020603050405020304" pitchFamily="18" charset="0"/>
                <a:cs typeface="Times New Roman" panose="02020603050405020304" pitchFamily="18" charset="0"/>
              </a:rPr>
              <a:t>Mangal</a:t>
            </a:r>
            <a:r>
              <a:rPr lang="en-US" sz="3400" dirty="0" err="1">
                <a:solidFill>
                  <a:srgbClr val="FF0000"/>
                </a:solidFill>
                <a:latin typeface="Times New Roman" panose="02020603050405020304" pitchFamily="18" charset="0"/>
                <a:cs typeface="Times New Roman" panose="02020603050405020304" pitchFamily="18" charset="0"/>
              </a:rPr>
              <a:t>.</a:t>
            </a:r>
            <a:r>
              <a:rPr lang="en-US" sz="3400" dirty="0" err="1">
                <a:latin typeface="Times New Roman" panose="02020603050405020304" pitchFamily="18" charset="0"/>
                <a:cs typeface="Times New Roman" panose="02020603050405020304" pitchFamily="18" charset="0"/>
              </a:rPr>
              <a:t>Bhav</a:t>
            </a:r>
            <a:r>
              <a:rPr lang="en-US" sz="3400" dirty="0">
                <a:latin typeface="Times New Roman" panose="02020603050405020304" pitchFamily="18" charset="0"/>
                <a:cs typeface="Times New Roman" panose="02020603050405020304" pitchFamily="18" charset="0"/>
              </a:rPr>
              <a:t> App: Your Companion for Life’s </a:t>
            </a:r>
            <a:r>
              <a:rPr lang="en-US" sz="3400" dirty="0" err="1">
                <a:latin typeface="Times New Roman" panose="02020603050405020304" pitchFamily="18" charset="0"/>
                <a:cs typeface="Times New Roman" panose="02020603050405020304" pitchFamily="18" charset="0"/>
              </a:rPr>
              <a:t>Sanskars</a:t>
            </a:r>
            <a:r>
              <a:rPr lang="en-US" sz="3400" dirty="0">
                <a:latin typeface="Times New Roman" panose="02020603050405020304" pitchFamily="18" charset="0"/>
                <a:cs typeface="Times New Roman" panose="02020603050405020304" pitchFamily="18" charset="0"/>
              </a:rPr>
              <a:t> and Pujas</a:t>
            </a:r>
          </a:p>
        </p:txBody>
      </p:sp>
      <p:pic>
        <p:nvPicPr>
          <p:cNvPr id="3" name="Picture 2" descr="A diagram of a diagram of different ages&#10;&#10;AI-generated content may be incorrect.">
            <a:extLst>
              <a:ext uri="{FF2B5EF4-FFF2-40B4-BE49-F238E27FC236}">
                <a16:creationId xmlns:a16="http://schemas.microsoft.com/office/drawing/2014/main" id="{213AA288-AA2F-C65B-8027-AFC4D7546153}"/>
              </a:ext>
            </a:extLst>
          </p:cNvPr>
          <p:cNvPicPr>
            <a:picLocks noChangeAspect="1"/>
          </p:cNvPicPr>
          <p:nvPr/>
        </p:nvPicPr>
        <p:blipFill>
          <a:blip r:embed="rId2"/>
          <a:stretch>
            <a:fillRect/>
          </a:stretch>
        </p:blipFill>
        <p:spPr>
          <a:xfrm>
            <a:off x="7280464" y="2422587"/>
            <a:ext cx="4358551" cy="4176000"/>
          </a:xfrm>
          <a:prstGeom prst="rect">
            <a:avLst/>
          </a:prstGeom>
        </p:spPr>
      </p:pic>
      <p:sp>
        <p:nvSpPr>
          <p:cNvPr id="4" name="TextBox 3">
            <a:extLst>
              <a:ext uri="{FF2B5EF4-FFF2-40B4-BE49-F238E27FC236}">
                <a16:creationId xmlns:a16="http://schemas.microsoft.com/office/drawing/2014/main" id="{A8A9691B-4285-80BB-4CBB-0264EC7C9F9C}"/>
              </a:ext>
            </a:extLst>
          </p:cNvPr>
          <p:cNvSpPr txBox="1"/>
          <p:nvPr/>
        </p:nvSpPr>
        <p:spPr>
          <a:xfrm>
            <a:off x="188842" y="2388950"/>
            <a:ext cx="7088573" cy="3477875"/>
          </a:xfrm>
          <a:prstGeom prst="rect">
            <a:avLst/>
          </a:prstGeom>
          <a:noFill/>
        </p:spPr>
        <p:txBody>
          <a:bodyPr wrap="square" rtlCol="0">
            <a:spAutoFit/>
          </a:bodyPr>
          <a:lstStyle/>
          <a:p>
            <a:r>
              <a:rPr lang="en-US" sz="2200" b="1" dirty="0">
                <a:latin typeface="Times New Roman" panose="02020603050405020304" pitchFamily="18" charset="0"/>
                <a:cs typeface="Times New Roman" panose="02020603050405020304" pitchFamily="18" charset="0"/>
              </a:rPr>
              <a:t>Guiding Every Stage of Life with AI</a:t>
            </a:r>
          </a:p>
          <a:p>
            <a:pPr marL="342900" indent="-342900">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AI personalizes rituals: Suggests relevant rituals based on age and life events (e.g., birth, marriage, retirement).</a:t>
            </a:r>
          </a:p>
          <a:p>
            <a:pPr marL="342900" indent="-342900">
              <a:buFont typeface="Wingdings" panose="05000000000000000000" pitchFamily="2" charset="2"/>
              <a:buChar char="q"/>
            </a:pPr>
            <a:r>
              <a:rPr lang="en-IN" sz="2200" dirty="0">
                <a:latin typeface="Times New Roman" panose="02020603050405020304" pitchFamily="18" charset="0"/>
                <a:cs typeface="Times New Roman" panose="02020603050405020304" pitchFamily="18" charset="0"/>
              </a:rPr>
              <a:t>Seamless planning: AI auto-schedules rituals, events, and reminders.</a:t>
            </a:r>
          </a:p>
          <a:p>
            <a:pPr marL="342900" indent="-342900">
              <a:buFont typeface="Wingdings" panose="05000000000000000000" pitchFamily="2" charset="2"/>
              <a:buChar char="q"/>
            </a:pPr>
            <a:r>
              <a:rPr lang="en-IN" sz="2200" dirty="0">
                <a:latin typeface="Times New Roman" panose="02020603050405020304" pitchFamily="18" charset="0"/>
                <a:cs typeface="Times New Roman" panose="02020603050405020304" pitchFamily="18" charset="0"/>
              </a:rPr>
              <a:t>Content recommendations: Provides age-appropriate spiritual content, mantras, and teachings.</a:t>
            </a:r>
          </a:p>
          <a:p>
            <a:pPr marL="342900" indent="-342900">
              <a:buFont typeface="Wingdings" panose="05000000000000000000" pitchFamily="2" charset="2"/>
              <a:buChar char="q"/>
            </a:pPr>
            <a:r>
              <a:rPr lang="en-IN" sz="2200" dirty="0">
                <a:latin typeface="Times New Roman" panose="02020603050405020304" pitchFamily="18" charset="0"/>
                <a:cs typeface="Times New Roman" panose="02020603050405020304" pitchFamily="18" charset="0"/>
              </a:rPr>
              <a:t>Upcoming event alerts: Notifies users about important dates (e.g., birthdays, anniversaries) with spiritual relevance.</a:t>
            </a:r>
          </a:p>
        </p:txBody>
      </p:sp>
    </p:spTree>
    <p:extLst>
      <p:ext uri="{BB962C8B-B14F-4D97-AF65-F5344CB8AC3E}">
        <p14:creationId xmlns:p14="http://schemas.microsoft.com/office/powerpoint/2010/main" val="42405928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9A7AA98-F9B9-6221-DCD8-3DBB570FBDD3}"/>
              </a:ext>
            </a:extLst>
          </p:cNvPr>
          <p:cNvSpPr txBox="1"/>
          <p:nvPr/>
        </p:nvSpPr>
        <p:spPr>
          <a:xfrm>
            <a:off x="2066544" y="1911096"/>
            <a:ext cx="8055864" cy="2075688"/>
          </a:xfrm>
          <a:prstGeom prst="rect">
            <a:avLst/>
          </a:prstGeom>
        </p:spPr>
        <p:txBody>
          <a:bodyPr vert="horz" lIns="91440" tIns="45720" rIns="91440" bIns="45720" rtlCol="0" anchor="b">
            <a:normAutofit/>
          </a:bodyPr>
          <a:lstStyle/>
          <a:p>
            <a:pPr algn="ctr">
              <a:spcBef>
                <a:spcPct val="0"/>
              </a:spcBef>
              <a:spcAft>
                <a:spcPts val="600"/>
              </a:spcAft>
            </a:pPr>
            <a:r>
              <a:rPr lang="en-US" sz="8000" kern="1200" dirty="0">
                <a:solidFill>
                  <a:schemeClr val="bg1"/>
                </a:solidFill>
                <a:latin typeface="Times New Roman" panose="02020603050405020304" pitchFamily="18" charset="0"/>
                <a:ea typeface="+mj-ea"/>
                <a:cs typeface="Times New Roman" panose="02020603050405020304" pitchFamily="18" charset="0"/>
              </a:rPr>
              <a:t>Thank you </a:t>
            </a:r>
          </a:p>
        </p:txBody>
      </p:sp>
    </p:spTree>
    <p:extLst>
      <p:ext uri="{BB962C8B-B14F-4D97-AF65-F5344CB8AC3E}">
        <p14:creationId xmlns:p14="http://schemas.microsoft.com/office/powerpoint/2010/main" val="658721726"/>
      </p:ext>
    </p:extLst>
  </p:cSld>
  <p:clrMapOvr>
    <a:masterClrMapping/>
  </p:clrMapOvr>
</p:sld>
</file>

<file path=ppt/theme/theme1.xml><?xml version="1.0" encoding="utf-8"?>
<a:theme xmlns:a="http://schemas.openxmlformats.org/drawingml/2006/main" name="SketchyVTI">
  <a:themeElements>
    <a:clrScheme name="SketchyVTI">
      <a:dk1>
        <a:sysClr val="windowText" lastClr="000000"/>
      </a:dk1>
      <a:lt1>
        <a:sysClr val="window" lastClr="FFFFFF"/>
      </a:lt1>
      <a:dk2>
        <a:srgbClr val="39302A"/>
      </a:dk2>
      <a:lt2>
        <a:srgbClr val="E5DEDB"/>
      </a:lt2>
      <a:accent1>
        <a:srgbClr val="E4650E"/>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Custom 30">
      <a:majorFont>
        <a:latin typeface="The Serif Hand Black"/>
        <a:ea typeface=""/>
        <a:cs typeface=""/>
      </a:majorFont>
      <a:minorFont>
        <a:latin typeface="The Hand Blac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angal.bhav" id="{AD83BF82-1ADE-AA42-A3B9-E34EF1BBCCE6}" vid="{78CBB015-9098-3147-96B5-3F5D08F980A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8A49B05-820E-4F16-BCC1-12B2E13002E2}">
  <ds:schemaRefs>
    <ds:schemaRef ds:uri="http://schemas.microsoft.com/sharepoint/v3/contenttype/forms"/>
  </ds:schemaRefs>
</ds:datastoreItem>
</file>

<file path=customXml/itemProps2.xml><?xml version="1.0" encoding="utf-8"?>
<ds:datastoreItem xmlns:ds="http://schemas.openxmlformats.org/officeDocument/2006/customXml" ds:itemID="{F2AD9EFA-E074-4C2F-8F25-BF862B8AB684}">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A595FF-F2D2-434C-A89B-B6A4364C47A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mangal.bhav</Template>
  <TotalTime>303</TotalTime>
  <Words>741</Words>
  <Application>Microsoft Office PowerPoint</Application>
  <PresentationFormat>Widescreen</PresentationFormat>
  <Paragraphs>96</Paragraphs>
  <Slides>13</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Calibri</vt:lpstr>
      <vt:lpstr>The Hand Black</vt:lpstr>
      <vt:lpstr>The Serif Hand Black</vt:lpstr>
      <vt:lpstr>Times New Roman</vt:lpstr>
      <vt:lpstr>Wingdings</vt:lpstr>
      <vt:lpstr>SketchyVTI</vt:lpstr>
      <vt:lpstr>MANGAL.BHAV</vt:lpstr>
      <vt:lpstr>Index </vt:lpstr>
      <vt:lpstr>Executive Summary </vt:lpstr>
      <vt:lpstr>Problem Statement</vt:lpstr>
      <vt:lpstr>Problem Definition </vt:lpstr>
      <vt:lpstr>Problem Definition </vt:lpstr>
      <vt:lpstr>MANGAL.BHAV: AI-Powered Platform</vt:lpstr>
      <vt:lpstr>Market Size </vt:lpstr>
      <vt:lpstr>Marketing Strategy </vt:lpstr>
      <vt:lpstr>Pre-launch Activities of the Application</vt:lpstr>
      <vt:lpstr>PowerPoint Presentation</vt:lpstr>
      <vt:lpstr>Mangal.Bhav App: Your Companion for Life’s Sanskars and Pujas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TANYA PANTHRI</dc:creator>
  <cp:lastModifiedBy>TANYA PANTHRI</cp:lastModifiedBy>
  <cp:revision>17</cp:revision>
  <dcterms:created xsi:type="dcterms:W3CDTF">2025-05-17T05:58:00Z</dcterms:created>
  <dcterms:modified xsi:type="dcterms:W3CDTF">2025-05-19T10:21:56Z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